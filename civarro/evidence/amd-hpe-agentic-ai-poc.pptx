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4229" r:id="rId22"/>
  </p:sldMasterIdLst>
  <p:notesMasterIdLst>
    <p:notesMasterId r:id="rId32"/>
  </p:notesMasterIdLst>
  <p:handoutMasterIdLst>
    <p:handoutMasterId r:id="rId33"/>
  </p:handoutMasterIdLst>
  <p:sldIdLst>
    <p:sldId id="258" r:id="rId23"/>
    <p:sldId id="284" r:id="rId24"/>
    <p:sldId id="259" r:id="rId25"/>
    <p:sldId id="330" r:id="rId26"/>
    <p:sldId id="331" r:id="rId27"/>
    <p:sldId id="333" r:id="rId28"/>
    <p:sldId id="283" r:id="rId29"/>
    <p:sldId id="335" r:id="rId30"/>
    <p:sldId id="334" r:id="rId31"/>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8" clrIdx="3">
    <p:extLst>
      <p:ext uri="{19B8F6BF-5375-455C-9EA6-DF929625EA0E}">
        <p15:presenceInfo xmlns:p15="http://schemas.microsoft.com/office/powerpoint/2012/main" userId="S-1-5-21-2127521184-1604012920-1887927527-65006" providerId="AD"/>
      </p:ext>
    </p:extLst>
  </p:cmAuthor>
  <p:cmAuthor id="4" name="Tracy Tran" initials="TT" lastIdx="9" clrIdx="4">
    <p:extLst>
      <p:ext uri="{19B8F6BF-5375-455C-9EA6-DF929625EA0E}">
        <p15:presenceInfo xmlns:p15="http://schemas.microsoft.com/office/powerpoint/2012/main" userId="S::tracyt@microsoft.com::7b485f56-8fe8-4efc-a1b3-85e720327ac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2DE"/>
    <a:srgbClr val="8D8C95"/>
    <a:srgbClr val="000000"/>
    <a:srgbClr val="262626"/>
    <a:srgbClr val="131313"/>
    <a:srgbClr val="242428"/>
    <a:srgbClr val="19181C"/>
    <a:srgbClr val="E15310"/>
    <a:srgbClr val="006D85"/>
    <a:srgbClr val="888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543211-C63C-4993-BDE8-BC66DFE7F4C2}" v="65" dt="2026-09-07T18:40:07.2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7843" autoAdjust="0"/>
  </p:normalViewPr>
  <p:slideViewPr>
    <p:cSldViewPr snapToGrid="0">
      <p:cViewPr varScale="1">
        <p:scale>
          <a:sx n="57" d="100"/>
          <a:sy n="57" d="100"/>
        </p:scale>
        <p:origin x="48" y="416"/>
      </p:cViewPr>
      <p:guideLst/>
    </p:cSldViewPr>
  </p:slideViewPr>
  <p:outlineViewPr>
    <p:cViewPr>
      <p:scale>
        <a:sx n="33" d="100"/>
        <a:sy n="33" d="100"/>
      </p:scale>
      <p:origin x="0" y="-6516"/>
    </p:cViewPr>
  </p:outlineViewPr>
  <p:notesTextViewPr>
    <p:cViewPr>
      <p:scale>
        <a:sx n="3" d="2"/>
        <a:sy n="3" d="2"/>
      </p:scale>
      <p:origin x="0" y="0"/>
    </p:cViewPr>
  </p:notesTextViewPr>
  <p:sorterViewPr>
    <p:cViewPr varScale="1">
      <p:scale>
        <a:sx n="1" d="1"/>
        <a:sy n="1" d="1"/>
      </p:scale>
      <p:origin x="0" y="-2792"/>
    </p:cViewPr>
  </p:sorterViewPr>
  <p:notesViewPr>
    <p:cSldViewPr snapToGrid="0" showGuides="1">
      <p:cViewPr varScale="1">
        <p:scale>
          <a:sx n="168" d="100"/>
          <a:sy n="168" d="100"/>
        </p:scale>
        <p:origin x="5432" y="2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4.xml"/><Relationship Id="rId39" Type="http://schemas.microsoft.com/office/2016/11/relationships/changesInfo" Target="changesInfos/changesInfo1.xml"/><Relationship Id="rId21" Type="http://schemas.openxmlformats.org/officeDocument/2006/relationships/customXml" Target="../customXml/item21.xml"/><Relationship Id="rId34" Type="http://schemas.openxmlformats.org/officeDocument/2006/relationships/commentAuthors" Target="commentAuthors.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3.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customXml" Target="../customXml/item20.xml"/><Relationship Id="rId29" Type="http://schemas.openxmlformats.org/officeDocument/2006/relationships/slide" Target="slides/slide7.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2.xml"/><Relationship Id="rId32" Type="http://schemas.openxmlformats.org/officeDocument/2006/relationships/notesMaster" Target="notesMasters/notes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viewProps" Target="viewProps.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Master" Target="slideMasters/slideMaster1.xml"/><Relationship Id="rId27" Type="http://schemas.openxmlformats.org/officeDocument/2006/relationships/slide" Target="slides/slide5.xml"/><Relationship Id="rId30" Type="http://schemas.openxmlformats.org/officeDocument/2006/relationships/slide" Target="slides/slide8.xml"/><Relationship Id="rId35" Type="http://schemas.openxmlformats.org/officeDocument/2006/relationships/presProps" Target="presProps.xml"/><Relationship Id="rId8" Type="http://schemas.openxmlformats.org/officeDocument/2006/relationships/customXml" Target="../customXml/item8.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ton, Anthony" userId="5d53041e-97d6-4ba5-9572-96056ea5dbce" providerId="ADAL" clId="{F6E09529-DDA6-4AF2-8C07-D12C88D29812}"/>
    <pc:docChg chg="undo custSel addSld delSld modSld sldOrd">
      <pc:chgData name="Ashton, Anthony" userId="5d53041e-97d6-4ba5-9572-96056ea5dbce" providerId="ADAL" clId="{F6E09529-DDA6-4AF2-8C07-D12C88D29812}" dt="2026-09-07T18:41:04.659" v="1455" actId="20577"/>
      <pc:docMkLst>
        <pc:docMk/>
      </pc:docMkLst>
      <pc:sldChg chg="addSp modSp mod">
        <pc:chgData name="Ashton, Anthony" userId="5d53041e-97d6-4ba5-9572-96056ea5dbce" providerId="ADAL" clId="{F6E09529-DDA6-4AF2-8C07-D12C88D29812}" dt="2026-09-07T18:10:12.796" v="138" actId="313"/>
        <pc:sldMkLst>
          <pc:docMk/>
          <pc:sldMk cId="739593427" sldId="258"/>
        </pc:sldMkLst>
        <pc:spChg chg="mod">
          <ac:chgData name="Ashton, Anthony" userId="5d53041e-97d6-4ba5-9572-96056ea5dbce" providerId="ADAL" clId="{F6E09529-DDA6-4AF2-8C07-D12C88D29812}" dt="2026-09-07T18:10:12.796" v="138" actId="313"/>
          <ac:spMkLst>
            <pc:docMk/>
            <pc:sldMk cId="739593427" sldId="258"/>
            <ac:spMk id="2" creationId="{D80EBE9F-32FA-4153-A54C-2A21168C3C40}"/>
          </ac:spMkLst>
        </pc:spChg>
        <pc:spChg chg="mod">
          <ac:chgData name="Ashton, Anthony" userId="5d53041e-97d6-4ba5-9572-96056ea5dbce" providerId="ADAL" clId="{F6E09529-DDA6-4AF2-8C07-D12C88D29812}" dt="2026-09-07T17:21:42.315" v="127" actId="14100"/>
          <ac:spMkLst>
            <pc:docMk/>
            <pc:sldMk cId="739593427" sldId="258"/>
            <ac:spMk id="3" creationId="{7ECA6D8B-ECD0-47FF-B894-28CCD12BD396}"/>
          </ac:spMkLst>
        </pc:spChg>
        <pc:graphicFrameChg chg="add mod">
          <ac:chgData name="Ashton, Anthony" userId="5d53041e-97d6-4ba5-9572-96056ea5dbce" providerId="ADAL" clId="{F6E09529-DDA6-4AF2-8C07-D12C88D29812}" dt="2026-09-07T17:21:13.848" v="115"/>
          <ac:graphicFrameMkLst>
            <pc:docMk/>
            <pc:sldMk cId="739593427" sldId="258"/>
            <ac:graphicFrameMk id="4" creationId="{CE81BD14-5E50-B3C9-DDCB-C36B1F60411A}"/>
          </ac:graphicFrameMkLst>
        </pc:graphicFrameChg>
      </pc:sldChg>
      <pc:sldChg chg="modSp mod">
        <pc:chgData name="Ashton, Anthony" userId="5d53041e-97d6-4ba5-9572-96056ea5dbce" providerId="ADAL" clId="{F6E09529-DDA6-4AF2-8C07-D12C88D29812}" dt="2026-09-07T18:34:33.285" v="1137"/>
        <pc:sldMkLst>
          <pc:docMk/>
          <pc:sldMk cId="1865272917" sldId="259"/>
        </pc:sldMkLst>
        <pc:spChg chg="mod">
          <ac:chgData name="Ashton, Anthony" userId="5d53041e-97d6-4ba5-9572-96056ea5dbce" providerId="ADAL" clId="{F6E09529-DDA6-4AF2-8C07-D12C88D29812}" dt="2026-09-07T18:34:33.285" v="1137"/>
          <ac:spMkLst>
            <pc:docMk/>
            <pc:sldMk cId="1865272917" sldId="259"/>
            <ac:spMk id="3" creationId="{95895148-E5BC-4A94-B031-1F47F9BC02E0}"/>
          </ac:spMkLst>
        </pc:spChg>
      </pc:sldChg>
      <pc:sldChg chg="del">
        <pc:chgData name="Ashton, Anthony" userId="5d53041e-97d6-4ba5-9572-96056ea5dbce" providerId="ADAL" clId="{F6E09529-DDA6-4AF2-8C07-D12C88D29812}" dt="2026-09-07T17:19:44.222" v="75" actId="47"/>
        <pc:sldMkLst>
          <pc:docMk/>
          <pc:sldMk cId="2641800033" sldId="260"/>
        </pc:sldMkLst>
      </pc:sldChg>
      <pc:sldChg chg="add del setBg">
        <pc:chgData name="Ashton, Anthony" userId="5d53041e-97d6-4ba5-9572-96056ea5dbce" providerId="ADAL" clId="{F6E09529-DDA6-4AF2-8C07-D12C88D29812}" dt="2026-09-07T18:29:57.733" v="1050" actId="2696"/>
        <pc:sldMkLst>
          <pc:docMk/>
          <pc:sldMk cId="0" sldId="261"/>
        </pc:sldMkLst>
      </pc:sldChg>
      <pc:sldChg chg="del">
        <pc:chgData name="Ashton, Anthony" userId="5d53041e-97d6-4ba5-9572-96056ea5dbce" providerId="ADAL" clId="{F6E09529-DDA6-4AF2-8C07-D12C88D29812}" dt="2026-09-07T17:19:50.402" v="76" actId="47"/>
        <pc:sldMkLst>
          <pc:docMk/>
          <pc:sldMk cId="3946704177" sldId="261"/>
        </pc:sldMkLst>
      </pc:sldChg>
      <pc:sldChg chg="del">
        <pc:chgData name="Ashton, Anthony" userId="5d53041e-97d6-4ba5-9572-96056ea5dbce" providerId="ADAL" clId="{F6E09529-DDA6-4AF2-8C07-D12C88D29812}" dt="2026-09-07T17:19:50.402" v="76" actId="47"/>
        <pc:sldMkLst>
          <pc:docMk/>
          <pc:sldMk cId="2894785852" sldId="262"/>
        </pc:sldMkLst>
      </pc:sldChg>
      <pc:sldChg chg="del">
        <pc:chgData name="Ashton, Anthony" userId="5d53041e-97d6-4ba5-9572-96056ea5dbce" providerId="ADAL" clId="{F6E09529-DDA6-4AF2-8C07-D12C88D29812}" dt="2026-09-07T17:19:50.402" v="76" actId="47"/>
        <pc:sldMkLst>
          <pc:docMk/>
          <pc:sldMk cId="810320210" sldId="263"/>
        </pc:sldMkLst>
      </pc:sldChg>
      <pc:sldChg chg="del">
        <pc:chgData name="Ashton, Anthony" userId="5d53041e-97d6-4ba5-9572-96056ea5dbce" providerId="ADAL" clId="{F6E09529-DDA6-4AF2-8C07-D12C88D29812}" dt="2026-09-07T17:19:50.402" v="76" actId="47"/>
        <pc:sldMkLst>
          <pc:docMk/>
          <pc:sldMk cId="3096110502" sldId="264"/>
        </pc:sldMkLst>
      </pc:sldChg>
      <pc:sldChg chg="del">
        <pc:chgData name="Ashton, Anthony" userId="5d53041e-97d6-4ba5-9572-96056ea5dbce" providerId="ADAL" clId="{F6E09529-DDA6-4AF2-8C07-D12C88D29812}" dt="2026-09-07T17:19:50.402" v="76" actId="47"/>
        <pc:sldMkLst>
          <pc:docMk/>
          <pc:sldMk cId="3295795922" sldId="265"/>
        </pc:sldMkLst>
      </pc:sldChg>
      <pc:sldChg chg="del">
        <pc:chgData name="Ashton, Anthony" userId="5d53041e-97d6-4ba5-9572-96056ea5dbce" providerId="ADAL" clId="{F6E09529-DDA6-4AF2-8C07-D12C88D29812}" dt="2026-09-07T17:19:50.402" v="76" actId="47"/>
        <pc:sldMkLst>
          <pc:docMk/>
          <pc:sldMk cId="3160339626" sldId="266"/>
        </pc:sldMkLst>
      </pc:sldChg>
      <pc:sldChg chg="del">
        <pc:chgData name="Ashton, Anthony" userId="5d53041e-97d6-4ba5-9572-96056ea5dbce" providerId="ADAL" clId="{F6E09529-DDA6-4AF2-8C07-D12C88D29812}" dt="2026-09-07T17:19:50.402" v="76" actId="47"/>
        <pc:sldMkLst>
          <pc:docMk/>
          <pc:sldMk cId="2509904829" sldId="267"/>
        </pc:sldMkLst>
      </pc:sldChg>
      <pc:sldChg chg="del">
        <pc:chgData name="Ashton, Anthony" userId="5d53041e-97d6-4ba5-9572-96056ea5dbce" providerId="ADAL" clId="{F6E09529-DDA6-4AF2-8C07-D12C88D29812}" dt="2026-09-07T17:19:50.402" v="76" actId="47"/>
        <pc:sldMkLst>
          <pc:docMk/>
          <pc:sldMk cId="563127261" sldId="268"/>
        </pc:sldMkLst>
      </pc:sldChg>
      <pc:sldChg chg="del">
        <pc:chgData name="Ashton, Anthony" userId="5d53041e-97d6-4ba5-9572-96056ea5dbce" providerId="ADAL" clId="{F6E09529-DDA6-4AF2-8C07-D12C88D29812}" dt="2026-09-07T17:19:50.402" v="76" actId="47"/>
        <pc:sldMkLst>
          <pc:docMk/>
          <pc:sldMk cId="1914710708" sldId="269"/>
        </pc:sldMkLst>
      </pc:sldChg>
      <pc:sldChg chg="del">
        <pc:chgData name="Ashton, Anthony" userId="5d53041e-97d6-4ba5-9572-96056ea5dbce" providerId="ADAL" clId="{F6E09529-DDA6-4AF2-8C07-D12C88D29812}" dt="2026-09-07T17:19:50.402" v="76" actId="47"/>
        <pc:sldMkLst>
          <pc:docMk/>
          <pc:sldMk cId="313142657" sldId="270"/>
        </pc:sldMkLst>
      </pc:sldChg>
      <pc:sldChg chg="del">
        <pc:chgData name="Ashton, Anthony" userId="5d53041e-97d6-4ba5-9572-96056ea5dbce" providerId="ADAL" clId="{F6E09529-DDA6-4AF2-8C07-D12C88D29812}" dt="2026-09-07T17:19:50.402" v="76" actId="47"/>
        <pc:sldMkLst>
          <pc:docMk/>
          <pc:sldMk cId="1607857248" sldId="271"/>
        </pc:sldMkLst>
      </pc:sldChg>
      <pc:sldChg chg="del">
        <pc:chgData name="Ashton, Anthony" userId="5d53041e-97d6-4ba5-9572-96056ea5dbce" providerId="ADAL" clId="{F6E09529-DDA6-4AF2-8C07-D12C88D29812}" dt="2026-09-07T17:19:50.402" v="76" actId="47"/>
        <pc:sldMkLst>
          <pc:docMk/>
          <pc:sldMk cId="2041338495" sldId="272"/>
        </pc:sldMkLst>
      </pc:sldChg>
      <pc:sldChg chg="del">
        <pc:chgData name="Ashton, Anthony" userId="5d53041e-97d6-4ba5-9572-96056ea5dbce" providerId="ADAL" clId="{F6E09529-DDA6-4AF2-8C07-D12C88D29812}" dt="2026-09-07T17:19:50.402" v="76" actId="47"/>
        <pc:sldMkLst>
          <pc:docMk/>
          <pc:sldMk cId="1338091283" sldId="273"/>
        </pc:sldMkLst>
      </pc:sldChg>
      <pc:sldChg chg="del">
        <pc:chgData name="Ashton, Anthony" userId="5d53041e-97d6-4ba5-9572-96056ea5dbce" providerId="ADAL" clId="{F6E09529-DDA6-4AF2-8C07-D12C88D29812}" dt="2026-09-07T17:19:50.402" v="76" actId="47"/>
        <pc:sldMkLst>
          <pc:docMk/>
          <pc:sldMk cId="3468783600" sldId="274"/>
        </pc:sldMkLst>
      </pc:sldChg>
      <pc:sldChg chg="del">
        <pc:chgData name="Ashton, Anthony" userId="5d53041e-97d6-4ba5-9572-96056ea5dbce" providerId="ADAL" clId="{F6E09529-DDA6-4AF2-8C07-D12C88D29812}" dt="2026-09-07T17:19:50.402" v="76" actId="47"/>
        <pc:sldMkLst>
          <pc:docMk/>
          <pc:sldMk cId="1528543421" sldId="275"/>
        </pc:sldMkLst>
      </pc:sldChg>
      <pc:sldChg chg="del">
        <pc:chgData name="Ashton, Anthony" userId="5d53041e-97d6-4ba5-9572-96056ea5dbce" providerId="ADAL" clId="{F6E09529-DDA6-4AF2-8C07-D12C88D29812}" dt="2026-09-07T17:19:50.402" v="76" actId="47"/>
        <pc:sldMkLst>
          <pc:docMk/>
          <pc:sldMk cId="3054485583" sldId="276"/>
        </pc:sldMkLst>
      </pc:sldChg>
      <pc:sldChg chg="del">
        <pc:chgData name="Ashton, Anthony" userId="5d53041e-97d6-4ba5-9572-96056ea5dbce" providerId="ADAL" clId="{F6E09529-DDA6-4AF2-8C07-D12C88D29812}" dt="2026-09-07T17:19:50.402" v="76" actId="47"/>
        <pc:sldMkLst>
          <pc:docMk/>
          <pc:sldMk cId="1625260525" sldId="277"/>
        </pc:sldMkLst>
      </pc:sldChg>
      <pc:sldChg chg="del">
        <pc:chgData name="Ashton, Anthony" userId="5d53041e-97d6-4ba5-9572-96056ea5dbce" providerId="ADAL" clId="{F6E09529-DDA6-4AF2-8C07-D12C88D29812}" dt="2026-09-07T17:19:50.402" v="76" actId="47"/>
        <pc:sldMkLst>
          <pc:docMk/>
          <pc:sldMk cId="2921606204" sldId="278"/>
        </pc:sldMkLst>
      </pc:sldChg>
      <pc:sldChg chg="del">
        <pc:chgData name="Ashton, Anthony" userId="5d53041e-97d6-4ba5-9572-96056ea5dbce" providerId="ADAL" clId="{F6E09529-DDA6-4AF2-8C07-D12C88D29812}" dt="2026-09-07T17:19:50.402" v="76" actId="47"/>
        <pc:sldMkLst>
          <pc:docMk/>
          <pc:sldMk cId="3767730382" sldId="279"/>
        </pc:sldMkLst>
      </pc:sldChg>
      <pc:sldChg chg="del">
        <pc:chgData name="Ashton, Anthony" userId="5d53041e-97d6-4ba5-9572-96056ea5dbce" providerId="ADAL" clId="{F6E09529-DDA6-4AF2-8C07-D12C88D29812}" dt="2026-09-07T17:19:50.402" v="76" actId="47"/>
        <pc:sldMkLst>
          <pc:docMk/>
          <pc:sldMk cId="2912664564" sldId="280"/>
        </pc:sldMkLst>
      </pc:sldChg>
      <pc:sldChg chg="del">
        <pc:chgData name="Ashton, Anthony" userId="5d53041e-97d6-4ba5-9572-96056ea5dbce" providerId="ADAL" clId="{F6E09529-DDA6-4AF2-8C07-D12C88D29812}" dt="2026-09-07T17:19:50.402" v="76" actId="47"/>
        <pc:sldMkLst>
          <pc:docMk/>
          <pc:sldMk cId="899082442" sldId="281"/>
        </pc:sldMkLst>
      </pc:sldChg>
      <pc:sldChg chg="del">
        <pc:chgData name="Ashton, Anthony" userId="5d53041e-97d6-4ba5-9572-96056ea5dbce" providerId="ADAL" clId="{F6E09529-DDA6-4AF2-8C07-D12C88D29812}" dt="2026-09-07T17:19:50.402" v="76" actId="47"/>
        <pc:sldMkLst>
          <pc:docMk/>
          <pc:sldMk cId="1936621986" sldId="282"/>
        </pc:sldMkLst>
      </pc:sldChg>
      <pc:sldChg chg="modSp mod">
        <pc:chgData name="Ashton, Anthony" userId="5d53041e-97d6-4ba5-9572-96056ea5dbce" providerId="ADAL" clId="{F6E09529-DDA6-4AF2-8C07-D12C88D29812}" dt="2026-09-07T17:18:09.771" v="72" actId="1076"/>
        <pc:sldMkLst>
          <pc:docMk/>
          <pc:sldMk cId="2859063927" sldId="284"/>
        </pc:sldMkLst>
        <pc:spChg chg="mod">
          <ac:chgData name="Ashton, Anthony" userId="5d53041e-97d6-4ba5-9572-96056ea5dbce" providerId="ADAL" clId="{F6E09529-DDA6-4AF2-8C07-D12C88D29812}" dt="2026-09-07T17:18:09.771" v="72" actId="1076"/>
          <ac:spMkLst>
            <pc:docMk/>
            <pc:sldMk cId="2859063927" sldId="284"/>
            <ac:spMk id="4" creationId="{92D4D9CA-F34A-7824-0DAE-1C328DB20EF9}"/>
          </ac:spMkLst>
        </pc:spChg>
        <pc:spChg chg="mod">
          <ac:chgData name="Ashton, Anthony" userId="5d53041e-97d6-4ba5-9572-96056ea5dbce" providerId="ADAL" clId="{F6E09529-DDA6-4AF2-8C07-D12C88D29812}" dt="2026-09-07T17:18:06.171" v="71" actId="1076"/>
          <ac:spMkLst>
            <pc:docMk/>
            <pc:sldMk cId="2859063927" sldId="284"/>
            <ac:spMk id="5" creationId="{45B439E4-7F4F-D558-D4BA-B20CC0A9D311}"/>
          </ac:spMkLst>
        </pc:spChg>
      </pc:sldChg>
      <pc:sldChg chg="del">
        <pc:chgData name="Ashton, Anthony" userId="5d53041e-97d6-4ba5-9572-96056ea5dbce" providerId="ADAL" clId="{F6E09529-DDA6-4AF2-8C07-D12C88D29812}" dt="2026-09-07T17:19:44.192" v="74" actId="47"/>
        <pc:sldMkLst>
          <pc:docMk/>
          <pc:sldMk cId="2171586146" sldId="285"/>
        </pc:sldMkLst>
      </pc:sldChg>
      <pc:sldChg chg="del">
        <pc:chgData name="Ashton, Anthony" userId="5d53041e-97d6-4ba5-9572-96056ea5dbce" providerId="ADAL" clId="{F6E09529-DDA6-4AF2-8C07-D12C88D29812}" dt="2026-09-07T17:19:44.192" v="74" actId="47"/>
        <pc:sldMkLst>
          <pc:docMk/>
          <pc:sldMk cId="1203808483" sldId="286"/>
        </pc:sldMkLst>
      </pc:sldChg>
      <pc:sldChg chg="del">
        <pc:chgData name="Ashton, Anthony" userId="5d53041e-97d6-4ba5-9572-96056ea5dbce" providerId="ADAL" clId="{F6E09529-DDA6-4AF2-8C07-D12C88D29812}" dt="2026-09-07T17:19:50.402" v="76" actId="47"/>
        <pc:sldMkLst>
          <pc:docMk/>
          <pc:sldMk cId="3074782755" sldId="287"/>
        </pc:sldMkLst>
      </pc:sldChg>
      <pc:sldChg chg="del">
        <pc:chgData name="Ashton, Anthony" userId="5d53041e-97d6-4ba5-9572-96056ea5dbce" providerId="ADAL" clId="{F6E09529-DDA6-4AF2-8C07-D12C88D29812}" dt="2026-09-07T17:19:50.402" v="76" actId="47"/>
        <pc:sldMkLst>
          <pc:docMk/>
          <pc:sldMk cId="3147184302" sldId="288"/>
        </pc:sldMkLst>
      </pc:sldChg>
      <pc:sldChg chg="del">
        <pc:chgData name="Ashton, Anthony" userId="5d53041e-97d6-4ba5-9572-96056ea5dbce" providerId="ADAL" clId="{F6E09529-DDA6-4AF2-8C07-D12C88D29812}" dt="2026-09-07T17:19:50.402" v="76" actId="47"/>
        <pc:sldMkLst>
          <pc:docMk/>
          <pc:sldMk cId="212335638" sldId="289"/>
        </pc:sldMkLst>
      </pc:sldChg>
      <pc:sldChg chg="del">
        <pc:chgData name="Ashton, Anthony" userId="5d53041e-97d6-4ba5-9572-96056ea5dbce" providerId="ADAL" clId="{F6E09529-DDA6-4AF2-8C07-D12C88D29812}" dt="2026-09-07T17:19:50.402" v="76" actId="47"/>
        <pc:sldMkLst>
          <pc:docMk/>
          <pc:sldMk cId="3128167018" sldId="290"/>
        </pc:sldMkLst>
      </pc:sldChg>
      <pc:sldChg chg="del">
        <pc:chgData name="Ashton, Anthony" userId="5d53041e-97d6-4ba5-9572-96056ea5dbce" providerId="ADAL" clId="{F6E09529-DDA6-4AF2-8C07-D12C88D29812}" dt="2026-09-07T17:19:50.402" v="76" actId="47"/>
        <pc:sldMkLst>
          <pc:docMk/>
          <pc:sldMk cId="3250575398" sldId="291"/>
        </pc:sldMkLst>
      </pc:sldChg>
      <pc:sldChg chg="del">
        <pc:chgData name="Ashton, Anthony" userId="5d53041e-97d6-4ba5-9572-96056ea5dbce" providerId="ADAL" clId="{F6E09529-DDA6-4AF2-8C07-D12C88D29812}" dt="2026-09-07T17:19:50.402" v="76" actId="47"/>
        <pc:sldMkLst>
          <pc:docMk/>
          <pc:sldMk cId="1973704777" sldId="292"/>
        </pc:sldMkLst>
      </pc:sldChg>
      <pc:sldChg chg="del">
        <pc:chgData name="Ashton, Anthony" userId="5d53041e-97d6-4ba5-9572-96056ea5dbce" providerId="ADAL" clId="{F6E09529-DDA6-4AF2-8C07-D12C88D29812}" dt="2026-09-07T17:19:50.402" v="76" actId="47"/>
        <pc:sldMkLst>
          <pc:docMk/>
          <pc:sldMk cId="2605941891" sldId="295"/>
        </pc:sldMkLst>
      </pc:sldChg>
      <pc:sldChg chg="del">
        <pc:chgData name="Ashton, Anthony" userId="5d53041e-97d6-4ba5-9572-96056ea5dbce" providerId="ADAL" clId="{F6E09529-DDA6-4AF2-8C07-D12C88D29812}" dt="2026-09-07T17:19:50.402" v="76" actId="47"/>
        <pc:sldMkLst>
          <pc:docMk/>
          <pc:sldMk cId="1306430372" sldId="296"/>
        </pc:sldMkLst>
      </pc:sldChg>
      <pc:sldChg chg="del">
        <pc:chgData name="Ashton, Anthony" userId="5d53041e-97d6-4ba5-9572-96056ea5dbce" providerId="ADAL" clId="{F6E09529-DDA6-4AF2-8C07-D12C88D29812}" dt="2026-09-07T17:19:50.402" v="76" actId="47"/>
        <pc:sldMkLst>
          <pc:docMk/>
          <pc:sldMk cId="2515056878" sldId="297"/>
        </pc:sldMkLst>
      </pc:sldChg>
      <pc:sldChg chg="del">
        <pc:chgData name="Ashton, Anthony" userId="5d53041e-97d6-4ba5-9572-96056ea5dbce" providerId="ADAL" clId="{F6E09529-DDA6-4AF2-8C07-D12C88D29812}" dt="2026-09-07T17:19:50.402" v="76" actId="47"/>
        <pc:sldMkLst>
          <pc:docMk/>
          <pc:sldMk cId="553634362" sldId="298"/>
        </pc:sldMkLst>
      </pc:sldChg>
      <pc:sldChg chg="del">
        <pc:chgData name="Ashton, Anthony" userId="5d53041e-97d6-4ba5-9572-96056ea5dbce" providerId="ADAL" clId="{F6E09529-DDA6-4AF2-8C07-D12C88D29812}" dt="2026-09-07T17:19:50.402" v="76" actId="47"/>
        <pc:sldMkLst>
          <pc:docMk/>
          <pc:sldMk cId="3791170844" sldId="299"/>
        </pc:sldMkLst>
      </pc:sldChg>
      <pc:sldChg chg="del">
        <pc:chgData name="Ashton, Anthony" userId="5d53041e-97d6-4ba5-9572-96056ea5dbce" providerId="ADAL" clId="{F6E09529-DDA6-4AF2-8C07-D12C88D29812}" dt="2026-09-07T17:19:50.402" v="76" actId="47"/>
        <pc:sldMkLst>
          <pc:docMk/>
          <pc:sldMk cId="651282096" sldId="301"/>
        </pc:sldMkLst>
      </pc:sldChg>
      <pc:sldChg chg="del">
        <pc:chgData name="Ashton, Anthony" userId="5d53041e-97d6-4ba5-9572-96056ea5dbce" providerId="ADAL" clId="{F6E09529-DDA6-4AF2-8C07-D12C88D29812}" dt="2026-09-07T17:19:50.402" v="76" actId="47"/>
        <pc:sldMkLst>
          <pc:docMk/>
          <pc:sldMk cId="3540046592" sldId="303"/>
        </pc:sldMkLst>
      </pc:sldChg>
      <pc:sldChg chg="del">
        <pc:chgData name="Ashton, Anthony" userId="5d53041e-97d6-4ba5-9572-96056ea5dbce" providerId="ADAL" clId="{F6E09529-DDA6-4AF2-8C07-D12C88D29812}" dt="2026-09-07T17:19:50.402" v="76" actId="47"/>
        <pc:sldMkLst>
          <pc:docMk/>
          <pc:sldMk cId="2459816499" sldId="306"/>
        </pc:sldMkLst>
      </pc:sldChg>
      <pc:sldChg chg="del">
        <pc:chgData name="Ashton, Anthony" userId="5d53041e-97d6-4ba5-9572-96056ea5dbce" providerId="ADAL" clId="{F6E09529-DDA6-4AF2-8C07-D12C88D29812}" dt="2026-09-07T17:19:50.402" v="76" actId="47"/>
        <pc:sldMkLst>
          <pc:docMk/>
          <pc:sldMk cId="1307113184" sldId="307"/>
        </pc:sldMkLst>
      </pc:sldChg>
      <pc:sldChg chg="del">
        <pc:chgData name="Ashton, Anthony" userId="5d53041e-97d6-4ba5-9572-96056ea5dbce" providerId="ADAL" clId="{F6E09529-DDA6-4AF2-8C07-D12C88D29812}" dt="2026-09-07T17:19:50.402" v="76" actId="47"/>
        <pc:sldMkLst>
          <pc:docMk/>
          <pc:sldMk cId="953270320" sldId="308"/>
        </pc:sldMkLst>
      </pc:sldChg>
      <pc:sldChg chg="del">
        <pc:chgData name="Ashton, Anthony" userId="5d53041e-97d6-4ba5-9572-96056ea5dbce" providerId="ADAL" clId="{F6E09529-DDA6-4AF2-8C07-D12C88D29812}" dt="2026-09-07T17:19:50.402" v="76" actId="47"/>
        <pc:sldMkLst>
          <pc:docMk/>
          <pc:sldMk cId="1092965907" sldId="311"/>
        </pc:sldMkLst>
      </pc:sldChg>
      <pc:sldChg chg="del">
        <pc:chgData name="Ashton, Anthony" userId="5d53041e-97d6-4ba5-9572-96056ea5dbce" providerId="ADAL" clId="{F6E09529-DDA6-4AF2-8C07-D12C88D29812}" dt="2026-09-07T17:19:50.402" v="76" actId="47"/>
        <pc:sldMkLst>
          <pc:docMk/>
          <pc:sldMk cId="1478372032" sldId="312"/>
        </pc:sldMkLst>
      </pc:sldChg>
      <pc:sldChg chg="del">
        <pc:chgData name="Ashton, Anthony" userId="5d53041e-97d6-4ba5-9572-96056ea5dbce" providerId="ADAL" clId="{F6E09529-DDA6-4AF2-8C07-D12C88D29812}" dt="2026-09-07T17:19:50.402" v="76" actId="47"/>
        <pc:sldMkLst>
          <pc:docMk/>
          <pc:sldMk cId="1202170807" sldId="313"/>
        </pc:sldMkLst>
      </pc:sldChg>
      <pc:sldChg chg="del">
        <pc:chgData name="Ashton, Anthony" userId="5d53041e-97d6-4ba5-9572-96056ea5dbce" providerId="ADAL" clId="{F6E09529-DDA6-4AF2-8C07-D12C88D29812}" dt="2026-09-07T17:19:50.402" v="76" actId="47"/>
        <pc:sldMkLst>
          <pc:docMk/>
          <pc:sldMk cId="3075399974" sldId="314"/>
        </pc:sldMkLst>
      </pc:sldChg>
      <pc:sldChg chg="del">
        <pc:chgData name="Ashton, Anthony" userId="5d53041e-97d6-4ba5-9572-96056ea5dbce" providerId="ADAL" clId="{F6E09529-DDA6-4AF2-8C07-D12C88D29812}" dt="2026-09-07T17:19:50.402" v="76" actId="47"/>
        <pc:sldMkLst>
          <pc:docMk/>
          <pc:sldMk cId="239009909" sldId="315"/>
        </pc:sldMkLst>
      </pc:sldChg>
      <pc:sldChg chg="del">
        <pc:chgData name="Ashton, Anthony" userId="5d53041e-97d6-4ba5-9572-96056ea5dbce" providerId="ADAL" clId="{F6E09529-DDA6-4AF2-8C07-D12C88D29812}" dt="2026-09-07T17:19:50.402" v="76" actId="47"/>
        <pc:sldMkLst>
          <pc:docMk/>
          <pc:sldMk cId="978695924" sldId="316"/>
        </pc:sldMkLst>
      </pc:sldChg>
      <pc:sldChg chg="del">
        <pc:chgData name="Ashton, Anthony" userId="5d53041e-97d6-4ba5-9572-96056ea5dbce" providerId="ADAL" clId="{F6E09529-DDA6-4AF2-8C07-D12C88D29812}" dt="2026-09-07T17:19:50.402" v="76" actId="47"/>
        <pc:sldMkLst>
          <pc:docMk/>
          <pc:sldMk cId="417001644" sldId="317"/>
        </pc:sldMkLst>
      </pc:sldChg>
      <pc:sldChg chg="del">
        <pc:chgData name="Ashton, Anthony" userId="5d53041e-97d6-4ba5-9572-96056ea5dbce" providerId="ADAL" clId="{F6E09529-DDA6-4AF2-8C07-D12C88D29812}" dt="2026-09-07T17:19:32.253" v="73" actId="47"/>
        <pc:sldMkLst>
          <pc:docMk/>
          <pc:sldMk cId="4092903822" sldId="318"/>
        </pc:sldMkLst>
      </pc:sldChg>
      <pc:sldChg chg="del">
        <pc:chgData name="Ashton, Anthony" userId="5d53041e-97d6-4ba5-9572-96056ea5dbce" providerId="ADAL" clId="{F6E09529-DDA6-4AF2-8C07-D12C88D29812}" dt="2026-09-07T17:19:50.402" v="76" actId="47"/>
        <pc:sldMkLst>
          <pc:docMk/>
          <pc:sldMk cId="2572826503" sldId="319"/>
        </pc:sldMkLst>
      </pc:sldChg>
      <pc:sldChg chg="del">
        <pc:chgData name="Ashton, Anthony" userId="5d53041e-97d6-4ba5-9572-96056ea5dbce" providerId="ADAL" clId="{F6E09529-DDA6-4AF2-8C07-D12C88D29812}" dt="2026-09-07T17:19:50.402" v="76" actId="47"/>
        <pc:sldMkLst>
          <pc:docMk/>
          <pc:sldMk cId="1915425479" sldId="320"/>
        </pc:sldMkLst>
      </pc:sldChg>
      <pc:sldChg chg="del">
        <pc:chgData name="Ashton, Anthony" userId="5d53041e-97d6-4ba5-9572-96056ea5dbce" providerId="ADAL" clId="{F6E09529-DDA6-4AF2-8C07-D12C88D29812}" dt="2026-09-07T17:19:50.402" v="76" actId="47"/>
        <pc:sldMkLst>
          <pc:docMk/>
          <pc:sldMk cId="1951518748" sldId="321"/>
        </pc:sldMkLst>
      </pc:sldChg>
      <pc:sldChg chg="del">
        <pc:chgData name="Ashton, Anthony" userId="5d53041e-97d6-4ba5-9572-96056ea5dbce" providerId="ADAL" clId="{F6E09529-DDA6-4AF2-8C07-D12C88D29812}" dt="2026-09-07T17:19:50.402" v="76" actId="47"/>
        <pc:sldMkLst>
          <pc:docMk/>
          <pc:sldMk cId="3850742022" sldId="322"/>
        </pc:sldMkLst>
      </pc:sldChg>
      <pc:sldChg chg="del">
        <pc:chgData name="Ashton, Anthony" userId="5d53041e-97d6-4ba5-9572-96056ea5dbce" providerId="ADAL" clId="{F6E09529-DDA6-4AF2-8C07-D12C88D29812}" dt="2026-09-07T17:19:50.402" v="76" actId="47"/>
        <pc:sldMkLst>
          <pc:docMk/>
          <pc:sldMk cId="2940215167" sldId="323"/>
        </pc:sldMkLst>
      </pc:sldChg>
      <pc:sldChg chg="del">
        <pc:chgData name="Ashton, Anthony" userId="5d53041e-97d6-4ba5-9572-96056ea5dbce" providerId="ADAL" clId="{F6E09529-DDA6-4AF2-8C07-D12C88D29812}" dt="2026-09-07T17:19:50.402" v="76" actId="47"/>
        <pc:sldMkLst>
          <pc:docMk/>
          <pc:sldMk cId="1686338982" sldId="325"/>
        </pc:sldMkLst>
      </pc:sldChg>
      <pc:sldChg chg="del">
        <pc:chgData name="Ashton, Anthony" userId="5d53041e-97d6-4ba5-9572-96056ea5dbce" providerId="ADAL" clId="{F6E09529-DDA6-4AF2-8C07-D12C88D29812}" dt="2026-09-07T17:19:50.402" v="76" actId="47"/>
        <pc:sldMkLst>
          <pc:docMk/>
          <pc:sldMk cId="1334495819" sldId="326"/>
        </pc:sldMkLst>
      </pc:sldChg>
      <pc:sldChg chg="del">
        <pc:chgData name="Ashton, Anthony" userId="5d53041e-97d6-4ba5-9572-96056ea5dbce" providerId="ADAL" clId="{F6E09529-DDA6-4AF2-8C07-D12C88D29812}" dt="2026-09-07T17:19:50.402" v="76" actId="47"/>
        <pc:sldMkLst>
          <pc:docMk/>
          <pc:sldMk cId="13828992" sldId="327"/>
        </pc:sldMkLst>
      </pc:sldChg>
      <pc:sldChg chg="del">
        <pc:chgData name="Ashton, Anthony" userId="5d53041e-97d6-4ba5-9572-96056ea5dbce" providerId="ADAL" clId="{F6E09529-DDA6-4AF2-8C07-D12C88D29812}" dt="2026-09-07T17:19:50.402" v="76" actId="47"/>
        <pc:sldMkLst>
          <pc:docMk/>
          <pc:sldMk cId="4004025476" sldId="328"/>
        </pc:sldMkLst>
      </pc:sldChg>
      <pc:sldChg chg="del">
        <pc:chgData name="Ashton, Anthony" userId="5d53041e-97d6-4ba5-9572-96056ea5dbce" providerId="ADAL" clId="{F6E09529-DDA6-4AF2-8C07-D12C88D29812}" dt="2026-09-07T17:19:44.192" v="74" actId="47"/>
        <pc:sldMkLst>
          <pc:docMk/>
          <pc:sldMk cId="1178249738" sldId="329"/>
        </pc:sldMkLst>
      </pc:sldChg>
      <pc:sldChg chg="modSp mod">
        <pc:chgData name="Ashton, Anthony" userId="5d53041e-97d6-4ba5-9572-96056ea5dbce" providerId="ADAL" clId="{F6E09529-DDA6-4AF2-8C07-D12C88D29812}" dt="2026-09-07T18:20:35.946" v="199" actId="1076"/>
        <pc:sldMkLst>
          <pc:docMk/>
          <pc:sldMk cId="2122572179" sldId="330"/>
        </pc:sldMkLst>
        <pc:spChg chg="mod">
          <ac:chgData name="Ashton, Anthony" userId="5d53041e-97d6-4ba5-9572-96056ea5dbce" providerId="ADAL" clId="{F6E09529-DDA6-4AF2-8C07-D12C88D29812}" dt="2026-09-07T18:20:31.788" v="198" actId="20577"/>
          <ac:spMkLst>
            <pc:docMk/>
            <pc:sldMk cId="2122572179" sldId="330"/>
            <ac:spMk id="2" creationId="{D5B834E5-0924-A535-36D4-81AC893A793D}"/>
          </ac:spMkLst>
        </pc:spChg>
        <pc:spChg chg="mod">
          <ac:chgData name="Ashton, Anthony" userId="5d53041e-97d6-4ba5-9572-96056ea5dbce" providerId="ADAL" clId="{F6E09529-DDA6-4AF2-8C07-D12C88D29812}" dt="2026-09-07T18:20:35.946" v="199" actId="1076"/>
          <ac:spMkLst>
            <pc:docMk/>
            <pc:sldMk cId="2122572179" sldId="330"/>
            <ac:spMk id="3" creationId="{858D6B76-FA76-1C13-9FCE-780E5F1C1B84}"/>
          </ac:spMkLst>
        </pc:spChg>
      </pc:sldChg>
      <pc:sldChg chg="addSp delSp modSp new mod modClrScheme chgLayout">
        <pc:chgData name="Ashton, Anthony" userId="5d53041e-97d6-4ba5-9572-96056ea5dbce" providerId="ADAL" clId="{F6E09529-DDA6-4AF2-8C07-D12C88D29812}" dt="2026-09-07T17:20:27.236" v="97" actId="403"/>
        <pc:sldMkLst>
          <pc:docMk/>
          <pc:sldMk cId="3691580786" sldId="331"/>
        </pc:sldMkLst>
        <pc:spChg chg="del mod ord">
          <ac:chgData name="Ashton, Anthony" userId="5d53041e-97d6-4ba5-9572-96056ea5dbce" providerId="ADAL" clId="{F6E09529-DDA6-4AF2-8C07-D12C88D29812}" dt="2026-09-07T17:20:16.439" v="78" actId="700"/>
          <ac:spMkLst>
            <pc:docMk/>
            <pc:sldMk cId="3691580786" sldId="331"/>
            <ac:spMk id="2" creationId="{E90EB21A-E991-B49A-A40C-BBBA4BCE3665}"/>
          </ac:spMkLst>
        </pc:spChg>
        <pc:spChg chg="del">
          <ac:chgData name="Ashton, Anthony" userId="5d53041e-97d6-4ba5-9572-96056ea5dbce" providerId="ADAL" clId="{F6E09529-DDA6-4AF2-8C07-D12C88D29812}" dt="2026-09-07T17:20:16.439" v="78" actId="700"/>
          <ac:spMkLst>
            <pc:docMk/>
            <pc:sldMk cId="3691580786" sldId="331"/>
            <ac:spMk id="3" creationId="{ED720C6F-4161-DB88-E6A0-AC7336DF7A00}"/>
          </ac:spMkLst>
        </pc:spChg>
        <pc:spChg chg="add mod ord">
          <ac:chgData name="Ashton, Anthony" userId="5d53041e-97d6-4ba5-9572-96056ea5dbce" providerId="ADAL" clId="{F6E09529-DDA6-4AF2-8C07-D12C88D29812}" dt="2026-09-07T17:20:27.236" v="97" actId="403"/>
          <ac:spMkLst>
            <pc:docMk/>
            <pc:sldMk cId="3691580786" sldId="331"/>
            <ac:spMk id="4" creationId="{10FFE450-ED6D-A294-B8B2-FC430573F6FF}"/>
          </ac:spMkLst>
        </pc:spChg>
      </pc:sldChg>
      <pc:sldChg chg="modSp new del mod">
        <pc:chgData name="Ashton, Anthony" userId="5d53041e-97d6-4ba5-9572-96056ea5dbce" providerId="ADAL" clId="{F6E09529-DDA6-4AF2-8C07-D12C88D29812}" dt="2026-09-07T18:21:51.542" v="214" actId="2696"/>
        <pc:sldMkLst>
          <pc:docMk/>
          <pc:sldMk cId="2988028845" sldId="332"/>
        </pc:sldMkLst>
        <pc:spChg chg="mod">
          <ac:chgData name="Ashton, Anthony" userId="5d53041e-97d6-4ba5-9572-96056ea5dbce" providerId="ADAL" clId="{F6E09529-DDA6-4AF2-8C07-D12C88D29812}" dt="2026-09-07T18:21:42.858" v="210" actId="1076"/>
          <ac:spMkLst>
            <pc:docMk/>
            <pc:sldMk cId="2988028845" sldId="332"/>
            <ac:spMk id="2" creationId="{8B789565-3B48-3057-792E-4104E717FC98}"/>
          </ac:spMkLst>
        </pc:spChg>
      </pc:sldChg>
      <pc:sldChg chg="modSp add mod ord">
        <pc:chgData name="Ashton, Anthony" userId="5d53041e-97d6-4ba5-9572-96056ea5dbce" providerId="ADAL" clId="{F6E09529-DDA6-4AF2-8C07-D12C88D29812}" dt="2026-09-07T18:41:04.659" v="1455" actId="20577"/>
        <pc:sldMkLst>
          <pc:docMk/>
          <pc:sldMk cId="4047621124" sldId="333"/>
        </pc:sldMkLst>
        <pc:spChg chg="mod">
          <ac:chgData name="Ashton, Anthony" userId="5d53041e-97d6-4ba5-9572-96056ea5dbce" providerId="ADAL" clId="{F6E09529-DDA6-4AF2-8C07-D12C88D29812}" dt="2026-09-07T18:21:57.958" v="227" actId="20577"/>
          <ac:spMkLst>
            <pc:docMk/>
            <pc:sldMk cId="4047621124" sldId="333"/>
            <ac:spMk id="2" creationId="{DCA20741-FABD-D327-1765-A501083F0407}"/>
          </ac:spMkLst>
        </pc:spChg>
        <pc:spChg chg="mod">
          <ac:chgData name="Ashton, Anthony" userId="5d53041e-97d6-4ba5-9572-96056ea5dbce" providerId="ADAL" clId="{F6E09529-DDA6-4AF2-8C07-D12C88D29812}" dt="2026-09-07T18:41:04.659" v="1455" actId="20577"/>
          <ac:spMkLst>
            <pc:docMk/>
            <pc:sldMk cId="4047621124" sldId="333"/>
            <ac:spMk id="3" creationId="{5FAF1C5B-ED48-F2A0-45B8-91838EFA152F}"/>
          </ac:spMkLst>
        </pc:spChg>
      </pc:sldChg>
      <pc:sldChg chg="modSp add mod ord">
        <pc:chgData name="Ashton, Anthony" userId="5d53041e-97d6-4ba5-9572-96056ea5dbce" providerId="ADAL" clId="{F6E09529-DDA6-4AF2-8C07-D12C88D29812}" dt="2026-09-07T18:38:36.693" v="1176" actId="20577"/>
        <pc:sldMkLst>
          <pc:docMk/>
          <pc:sldMk cId="564346152" sldId="334"/>
        </pc:sldMkLst>
        <pc:spChg chg="mod">
          <ac:chgData name="Ashton, Anthony" userId="5d53041e-97d6-4ba5-9572-96056ea5dbce" providerId="ADAL" clId="{F6E09529-DDA6-4AF2-8C07-D12C88D29812}" dt="2026-09-07T18:22:55.595" v="265" actId="20577"/>
          <ac:spMkLst>
            <pc:docMk/>
            <pc:sldMk cId="564346152" sldId="334"/>
            <ac:spMk id="2" creationId="{4920D5FF-4842-7295-43D6-F72647994F02}"/>
          </ac:spMkLst>
        </pc:spChg>
        <pc:spChg chg="mod">
          <ac:chgData name="Ashton, Anthony" userId="5d53041e-97d6-4ba5-9572-96056ea5dbce" providerId="ADAL" clId="{F6E09529-DDA6-4AF2-8C07-D12C88D29812}" dt="2026-09-07T18:38:36.693" v="1176" actId="20577"/>
          <ac:spMkLst>
            <pc:docMk/>
            <pc:sldMk cId="564346152" sldId="334"/>
            <ac:spMk id="3" creationId="{7690BB02-5E01-3DC7-5661-26D29983FF69}"/>
          </ac:spMkLst>
        </pc:spChg>
      </pc:sldChg>
      <pc:sldChg chg="addSp modSp new mod modClrScheme chgLayout">
        <pc:chgData name="Ashton, Anthony" userId="5d53041e-97d6-4ba5-9572-96056ea5dbce" providerId="ADAL" clId="{F6E09529-DDA6-4AF2-8C07-D12C88D29812}" dt="2026-09-07T18:26:54.348" v="972" actId="403"/>
        <pc:sldMkLst>
          <pc:docMk/>
          <pc:sldMk cId="2460578028" sldId="335"/>
        </pc:sldMkLst>
        <pc:spChg chg="add mod">
          <ac:chgData name="Ashton, Anthony" userId="5d53041e-97d6-4ba5-9572-96056ea5dbce" providerId="ADAL" clId="{F6E09529-DDA6-4AF2-8C07-D12C88D29812}" dt="2026-09-07T18:26:54.348" v="972" actId="403"/>
          <ac:spMkLst>
            <pc:docMk/>
            <pc:sldMk cId="2460578028" sldId="335"/>
            <ac:spMk id="2" creationId="{97EB0C91-01F1-8ED4-E85D-5A92F3B37928}"/>
          </ac:spMkLst>
        </pc:spChg>
      </pc:sldChg>
      <pc:sldChg chg="addSp delSp modSp new del mod">
        <pc:chgData name="Ashton, Anthony" userId="5d53041e-97d6-4ba5-9572-96056ea5dbce" providerId="ADAL" clId="{F6E09529-DDA6-4AF2-8C07-D12C88D29812}" dt="2026-09-07T18:31:05.364" v="1083" actId="2696"/>
        <pc:sldMkLst>
          <pc:docMk/>
          <pc:sldMk cId="2421677946" sldId="336"/>
        </pc:sldMkLst>
        <pc:spChg chg="mod">
          <ac:chgData name="Ashton, Anthony" userId="5d53041e-97d6-4ba5-9572-96056ea5dbce" providerId="ADAL" clId="{F6E09529-DDA6-4AF2-8C07-D12C88D29812}" dt="2026-09-07T18:28:55.673" v="1046" actId="20577"/>
          <ac:spMkLst>
            <pc:docMk/>
            <pc:sldMk cId="2421677946" sldId="336"/>
            <ac:spMk id="2" creationId="{39DD7C17-BA32-4836-B561-35D074A9978E}"/>
          </ac:spMkLst>
        </pc:spChg>
        <pc:spChg chg="del">
          <ac:chgData name="Ashton, Anthony" userId="5d53041e-97d6-4ba5-9572-96056ea5dbce" providerId="ADAL" clId="{F6E09529-DDA6-4AF2-8C07-D12C88D29812}" dt="2026-09-07T18:28:59.951" v="1047" actId="21"/>
          <ac:spMkLst>
            <pc:docMk/>
            <pc:sldMk cId="2421677946" sldId="336"/>
            <ac:spMk id="3" creationId="{3ABF4D63-8774-7D33-AD42-6F2022DD2515}"/>
          </ac:spMkLst>
        </pc:spChg>
        <pc:spChg chg="add">
          <ac:chgData name="Ashton, Anthony" userId="5d53041e-97d6-4ba5-9572-96056ea5dbce" providerId="ADAL" clId="{F6E09529-DDA6-4AF2-8C07-D12C88D29812}" dt="2026-09-07T18:29:10.060" v="1048" actId="22"/>
          <ac:spMkLst>
            <pc:docMk/>
            <pc:sldMk cId="2421677946" sldId="336"/>
            <ac:spMk id="7" creationId="{C2192320-6A30-4C11-5029-28D3C65730B6}"/>
          </ac:spMkLst>
        </pc:spChg>
        <pc:spChg chg="mod">
          <ac:chgData name="Ashton, Anthony" userId="5d53041e-97d6-4ba5-9572-96056ea5dbce" providerId="ADAL" clId="{F6E09529-DDA6-4AF2-8C07-D12C88D29812}" dt="2026-09-07T18:30:35.498" v="1066" actId="403"/>
          <ac:spMkLst>
            <pc:docMk/>
            <pc:sldMk cId="2421677946" sldId="336"/>
            <ac:spMk id="15" creationId="{39310F67-CFF9-3856-E9AA-E15267A02328}"/>
          </ac:spMkLst>
        </pc:spChg>
        <pc:spChg chg="add">
          <ac:chgData name="Ashton, Anthony" userId="5d53041e-97d6-4ba5-9572-96056ea5dbce" providerId="ADAL" clId="{F6E09529-DDA6-4AF2-8C07-D12C88D29812}" dt="2026-09-07T18:29:10.060" v="1048" actId="22"/>
          <ac:spMkLst>
            <pc:docMk/>
            <pc:sldMk cId="2421677946" sldId="336"/>
            <ac:spMk id="25" creationId="{A8140510-D93E-22A0-62A3-8538F0F0DE5D}"/>
          </ac:spMkLst>
        </pc:spChg>
        <pc:spChg chg="mod">
          <ac:chgData name="Ashton, Anthony" userId="5d53041e-97d6-4ba5-9572-96056ea5dbce" providerId="ADAL" clId="{F6E09529-DDA6-4AF2-8C07-D12C88D29812}" dt="2026-09-07T18:30:57.989" v="1082" actId="20577"/>
          <ac:spMkLst>
            <pc:docMk/>
            <pc:sldMk cId="2421677946" sldId="336"/>
            <ac:spMk id="27" creationId="{5305F3AF-9990-89A9-C365-63EB6C24BB68}"/>
          </ac:spMkLst>
        </pc:spChg>
        <pc:spChg chg="mod">
          <ac:chgData name="Ashton, Anthony" userId="5d53041e-97d6-4ba5-9572-96056ea5dbce" providerId="ADAL" clId="{F6E09529-DDA6-4AF2-8C07-D12C88D29812}" dt="2026-09-07T18:30:04.298" v="1051" actId="403"/>
          <ac:spMkLst>
            <pc:docMk/>
            <pc:sldMk cId="2421677946" sldId="336"/>
            <ac:spMk id="29" creationId="{461404C0-26FD-576D-1CCD-FB43AF6A5449}"/>
          </ac:spMkLst>
        </pc:spChg>
        <pc:spChg chg="add">
          <ac:chgData name="Ashton, Anthony" userId="5d53041e-97d6-4ba5-9572-96056ea5dbce" providerId="ADAL" clId="{F6E09529-DDA6-4AF2-8C07-D12C88D29812}" dt="2026-09-07T18:29:10.060" v="1048" actId="22"/>
          <ac:spMkLst>
            <pc:docMk/>
            <pc:sldMk cId="2421677946" sldId="336"/>
            <ac:spMk id="31" creationId="{E390E56D-E813-D615-CDA2-6BCC714DE678}"/>
          </ac:spMkLst>
        </pc:spChg>
        <pc:spChg chg="add">
          <ac:chgData name="Ashton, Anthony" userId="5d53041e-97d6-4ba5-9572-96056ea5dbce" providerId="ADAL" clId="{F6E09529-DDA6-4AF2-8C07-D12C88D29812}" dt="2026-09-07T18:29:10.060" v="1048" actId="22"/>
          <ac:spMkLst>
            <pc:docMk/>
            <pc:sldMk cId="2421677946" sldId="336"/>
            <ac:spMk id="35" creationId="{12052F51-B8C7-F63F-07B0-A955742D921F}"/>
          </ac:spMkLst>
        </pc:spChg>
        <pc:spChg chg="mod">
          <ac:chgData name="Ashton, Anthony" userId="5d53041e-97d6-4ba5-9572-96056ea5dbce" providerId="ADAL" clId="{F6E09529-DDA6-4AF2-8C07-D12C88D29812}" dt="2026-09-07T18:30:12.099" v="1055" actId="403"/>
          <ac:spMkLst>
            <pc:docMk/>
            <pc:sldMk cId="2421677946" sldId="336"/>
            <ac:spMk id="39" creationId="{0DFB0520-1AC1-E1D0-CA08-D59900698332}"/>
          </ac:spMkLst>
        </pc:spChg>
        <pc:spChg chg="add">
          <ac:chgData name="Ashton, Anthony" userId="5d53041e-97d6-4ba5-9572-96056ea5dbce" providerId="ADAL" clId="{F6E09529-DDA6-4AF2-8C07-D12C88D29812}" dt="2026-09-07T18:29:10.060" v="1048" actId="22"/>
          <ac:spMkLst>
            <pc:docMk/>
            <pc:sldMk cId="2421677946" sldId="336"/>
            <ac:spMk id="49" creationId="{0E5BE0BF-1BB7-4A24-DECB-92CE463BFFFF}"/>
          </ac:spMkLst>
        </pc:spChg>
        <pc:spChg chg="add">
          <ac:chgData name="Ashton, Anthony" userId="5d53041e-97d6-4ba5-9572-96056ea5dbce" providerId="ADAL" clId="{F6E09529-DDA6-4AF2-8C07-D12C88D29812}" dt="2026-09-07T18:29:10.060" v="1048" actId="22"/>
          <ac:spMkLst>
            <pc:docMk/>
            <pc:sldMk cId="2421677946" sldId="336"/>
            <ac:spMk id="53" creationId="{E8391091-B51C-BB97-9EC7-20067FD15A0F}"/>
          </ac:spMkLst>
        </pc:spChg>
        <pc:spChg chg="add">
          <ac:chgData name="Ashton, Anthony" userId="5d53041e-97d6-4ba5-9572-96056ea5dbce" providerId="ADAL" clId="{F6E09529-DDA6-4AF2-8C07-D12C88D29812}" dt="2026-09-07T18:29:10.060" v="1048" actId="22"/>
          <ac:spMkLst>
            <pc:docMk/>
            <pc:sldMk cId="2421677946" sldId="336"/>
            <ac:spMk id="59" creationId="{55718D25-C616-7F4B-07FE-DD1144CB83EC}"/>
          </ac:spMkLst>
        </pc:spChg>
        <pc:spChg chg="add">
          <ac:chgData name="Ashton, Anthony" userId="5d53041e-97d6-4ba5-9572-96056ea5dbce" providerId="ADAL" clId="{F6E09529-DDA6-4AF2-8C07-D12C88D29812}" dt="2026-09-07T18:29:10.060" v="1048" actId="22"/>
          <ac:spMkLst>
            <pc:docMk/>
            <pc:sldMk cId="2421677946" sldId="336"/>
            <ac:spMk id="63" creationId="{095FAC64-F25E-28DC-01FB-90C52BE40B82}"/>
          </ac:spMkLst>
        </pc:spChg>
        <pc:spChg chg="add">
          <ac:chgData name="Ashton, Anthony" userId="5d53041e-97d6-4ba5-9572-96056ea5dbce" providerId="ADAL" clId="{F6E09529-DDA6-4AF2-8C07-D12C88D29812}" dt="2026-09-07T18:29:10.060" v="1048" actId="22"/>
          <ac:spMkLst>
            <pc:docMk/>
            <pc:sldMk cId="2421677946" sldId="336"/>
            <ac:spMk id="65" creationId="{E3CA2111-673F-7E6E-C226-A6207CCEEC9E}"/>
          </ac:spMkLst>
        </pc:spChg>
        <pc:spChg chg="add">
          <ac:chgData name="Ashton, Anthony" userId="5d53041e-97d6-4ba5-9572-96056ea5dbce" providerId="ADAL" clId="{F6E09529-DDA6-4AF2-8C07-D12C88D29812}" dt="2026-09-07T18:29:10.060" v="1048" actId="22"/>
          <ac:spMkLst>
            <pc:docMk/>
            <pc:sldMk cId="2421677946" sldId="336"/>
            <ac:spMk id="67" creationId="{1C47B861-FF1D-4012-CF52-2EF2D67DCFDA}"/>
          </ac:spMkLst>
        </pc:spChg>
      </pc:sldChg>
      <pc:sldMasterChg chg="delSldLayout">
        <pc:chgData name="Ashton, Anthony" userId="5d53041e-97d6-4ba5-9572-96056ea5dbce" providerId="ADAL" clId="{F6E09529-DDA6-4AF2-8C07-D12C88D29812}" dt="2026-09-07T18:29:57.733" v="1050" actId="2696"/>
        <pc:sldMasterMkLst>
          <pc:docMk/>
          <pc:sldMasterMk cId="3588427678" sldId="2147484229"/>
        </pc:sldMasterMkLst>
        <pc:sldLayoutChg chg="del">
          <pc:chgData name="Ashton, Anthony" userId="5d53041e-97d6-4ba5-9572-96056ea5dbce" providerId="ADAL" clId="{F6E09529-DDA6-4AF2-8C07-D12C88D29812}" dt="2026-09-07T18:29:57.733" v="1050" actId="2696"/>
          <pc:sldLayoutMkLst>
            <pc:docMk/>
            <pc:sldMasterMk cId="3588427678" sldId="2147484229"/>
            <pc:sldLayoutMk cId="1074509096" sldId="2147484933"/>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Header Placeholder 7">
            <a:extLst>
              <a:ext uri="{FF2B5EF4-FFF2-40B4-BE49-F238E27FC236}">
                <a16:creationId xmlns:a16="http://schemas.microsoft.com/office/drawing/2014/main" id="{6D9F846D-2CFB-BC42-A87F-3BBAB1736315}"/>
              </a:ext>
            </a:extLst>
          </p:cNvPr>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11" name="Footer Placeholder 9">
            <a:extLst>
              <a:ext uri="{FF2B5EF4-FFF2-40B4-BE49-F238E27FC236}">
                <a16:creationId xmlns:a16="http://schemas.microsoft.com/office/drawing/2014/main" id="{88408BE6-8E91-914D-8FB2-836E9E3F520F}"/>
              </a:ext>
            </a:extLst>
          </p:cNvPr>
          <p:cNvSpPr>
            <a:spLocks noGrp="1"/>
          </p:cNvSpPr>
          <p:nvPr>
            <p:ph type="ftr" sz="quarter" idx="2"/>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2" name="Date Placeholder 10">
            <a:extLst>
              <a:ext uri="{FF2B5EF4-FFF2-40B4-BE49-F238E27FC236}">
                <a16:creationId xmlns:a16="http://schemas.microsoft.com/office/drawing/2014/main" id="{053A4A9A-59E9-FE4E-8C48-82287B8CFB96}"/>
              </a:ext>
            </a:extLst>
          </p:cNvPr>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9/7/2026 9:59 AM</a:t>
            </a:fld>
            <a:endParaRPr lang="en-US" dirty="0"/>
          </a:p>
        </p:txBody>
      </p:sp>
      <p:sp>
        <p:nvSpPr>
          <p:cNvPr id="13" name="Slide Number Placeholder 12">
            <a:extLst>
              <a:ext uri="{FF2B5EF4-FFF2-40B4-BE49-F238E27FC236}">
                <a16:creationId xmlns:a16="http://schemas.microsoft.com/office/drawing/2014/main" id="{0ECC6F94-A19F-3C4E-B299-330922AF660D}"/>
              </a:ext>
            </a:extLst>
          </p:cNvPr>
          <p:cNvSpPr>
            <a:spLocks noGrp="1"/>
          </p:cNvSpPr>
          <p:nvPr>
            <p:ph type="sldNum" sz="quarter" idx="3"/>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231887" y="106595"/>
            <a:ext cx="2971800" cy="457200"/>
          </a:xfrm>
          <a:prstGeom prst="rect">
            <a:avLst/>
          </a:prstGeom>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Slide Image Placeholder 8"/>
          <p:cNvSpPr>
            <a:spLocks noGrp="1" noRot="1" noChangeAspect="1"/>
          </p:cNvSpPr>
          <p:nvPr>
            <p:ph type="sldImg" idx="2"/>
          </p:nvPr>
        </p:nvSpPr>
        <p:spPr>
          <a:xfrm>
            <a:off x="658813" y="684213"/>
            <a:ext cx="5540375" cy="311785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224725" y="8686801"/>
            <a:ext cx="5409296" cy="355964"/>
          </a:xfrm>
          <a:prstGeom prst="rect">
            <a:avLst/>
          </a:prstGeom>
        </p:spPr>
        <p:txBody>
          <a:bodyPr vert="horz" lIns="91440" tIns="45720" rIns="91440" bIns="45720" rtlCol="0" anchor="b"/>
          <a:lstStyle>
            <a:lvl1pPr marL="0" indent="0" algn="l">
              <a:defRPr sz="600">
                <a:solidFill>
                  <a:schemeClr val="tx1"/>
                </a:solidFill>
                <a:latin typeface="Arial" panose="020B0604020202020204" pitchFamily="34" charset="0"/>
                <a:cs typeface="Arial" panose="020B0604020202020204" pitchFamily="34" charset="0"/>
              </a:defRPr>
            </a:lvl1pPr>
          </a:lstStyle>
          <a:p>
            <a:pPr defTabSz="914099" eaLnBrk="0" hangingPunct="0"/>
            <a:r>
              <a:rPr lang="en-US">
                <a:ea typeface="Segoe UI" pitchFamily="34" charset="0"/>
              </a:rPr>
              <a:t>© Advanced Micro Devices, Inc. All rights reserved. Confidential – Not for distribution.</a:t>
            </a:r>
            <a:endParaRPr lang="en-US" dirty="0">
              <a:ea typeface="Segoe UI" pitchFamily="34" charset="0"/>
            </a:endParaRPr>
          </a:p>
        </p:txBody>
      </p:sp>
      <p:sp>
        <p:nvSpPr>
          <p:cNvPr id="11" name="Date Placeholder 10"/>
          <p:cNvSpPr>
            <a:spLocks noGrp="1"/>
          </p:cNvSpPr>
          <p:nvPr>
            <p:ph type="dt" idx="1"/>
          </p:nvPr>
        </p:nvSpPr>
        <p:spPr>
          <a:xfrm>
            <a:off x="3661475" y="118832"/>
            <a:ext cx="2971800" cy="457200"/>
          </a:xfrm>
          <a:prstGeom prst="rect">
            <a:avLst/>
          </a:prstGeom>
        </p:spPr>
        <p:txBody>
          <a:bodyPr vert="horz" lIns="91440" tIns="45720" rIns="91440" bIns="45720" rtlCol="0" anchor="ctr"/>
          <a:lstStyle>
            <a:lvl1pPr algn="r">
              <a:defRPr sz="900">
                <a:solidFill>
                  <a:schemeClr val="tx1"/>
                </a:solidFill>
                <a:latin typeface="Arial" panose="020B0604020202020204" pitchFamily="34" charset="0"/>
                <a:cs typeface="Arial" panose="020B0604020202020204" pitchFamily="34" charset="0"/>
              </a:defRPr>
            </a:lvl1pPr>
          </a:lstStyle>
          <a:p>
            <a:fld id="{076B0810-FC62-EE4E-BF04-55F4B7654175}" type="datetime8">
              <a:rPr lang="en-US" smtClean="0"/>
              <a:pPr/>
              <a:t>9/7/2026 9:59 AM</a:t>
            </a:fld>
            <a:endParaRPr lang="en-US" dirty="0"/>
          </a:p>
        </p:txBody>
      </p:sp>
      <p:sp>
        <p:nvSpPr>
          <p:cNvPr id="12" name="Notes Placeholder 11"/>
          <p:cNvSpPr>
            <a:spLocks noGrp="1"/>
          </p:cNvSpPr>
          <p:nvPr>
            <p:ph type="body" sz="quarter" idx="3"/>
          </p:nvPr>
        </p:nvSpPr>
        <p:spPr>
          <a:xfrm>
            <a:off x="685800" y="4107052"/>
            <a:ext cx="5486400" cy="4351149"/>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839568" y="8685214"/>
            <a:ext cx="793708" cy="355964"/>
          </a:xfrm>
          <a:prstGeom prst="rect">
            <a:avLst/>
          </a:prstGeom>
        </p:spPr>
        <p:txBody>
          <a:bodyPr vert="horz" lIns="91440" tIns="45720" rIns="91440" bIns="45720" rtlCol="0" anchor="b"/>
          <a:lstStyle>
            <a:lvl1pPr algn="r">
              <a:defRPr sz="900">
                <a:solidFill>
                  <a:schemeClr val="tx1"/>
                </a:solidFill>
                <a:latin typeface="Arial" panose="020B0604020202020204" pitchFamily="34" charset="0"/>
                <a:cs typeface="Arial" panose="020B0604020202020204"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dt="0"/>
  <p:notesStyle>
    <a:lvl1pPr marL="0" algn="l" defTabSz="914367" rtl="0" eaLnBrk="1" latinLnBrk="0" hangingPunct="1">
      <a:lnSpc>
        <a:spcPct val="90000"/>
      </a:lnSpc>
      <a:spcAft>
        <a:spcPts val="333"/>
      </a:spcAft>
      <a:defRPr sz="1200" b="0" i="0" kern="1200">
        <a:solidFill>
          <a:schemeClr val="tx1"/>
        </a:solidFill>
        <a:latin typeface="Arial" panose="020B0604020202020204" pitchFamily="34" charset="0"/>
        <a:ea typeface="+mn-ea"/>
        <a:cs typeface="Arial" panose="020B0604020202020204" pitchFamily="34" charset="0"/>
      </a:defRPr>
    </a:lvl1pPr>
    <a:lvl2pPr marL="212982" indent="-105829" algn="l" defTabSz="914367" rtl="0" eaLnBrk="1" latinLnBrk="0" hangingPunct="1">
      <a:lnSpc>
        <a:spcPct val="90000"/>
      </a:lnSpc>
      <a:spcAft>
        <a:spcPts val="333"/>
      </a:spcAft>
      <a:buFont typeface="Arial" pitchFamily="34" charset="0"/>
      <a:buChar char="•"/>
      <a:defRPr sz="1100" b="0" i="0" kern="1200">
        <a:solidFill>
          <a:schemeClr val="tx1"/>
        </a:solidFill>
        <a:latin typeface="Arial" panose="020B0604020202020204" pitchFamily="34" charset="0"/>
        <a:ea typeface="+mn-ea"/>
        <a:cs typeface="Arial" panose="020B0604020202020204" pitchFamily="34" charset="0"/>
      </a:defRPr>
    </a:lvl2pPr>
    <a:lvl3pPr marL="328071"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3pPr>
    <a:lvl4pPr marL="482848" indent="-146838"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4pPr>
    <a:lvl5pPr marL="615134" indent="-115090" algn="l" defTabSz="914367" rtl="0" eaLnBrk="1" latinLnBrk="0" hangingPunct="1">
      <a:lnSpc>
        <a:spcPct val="90000"/>
      </a:lnSpc>
      <a:spcAft>
        <a:spcPts val="333"/>
      </a:spcAft>
      <a:buFont typeface="Arial" pitchFamily="34" charset="0"/>
      <a:buChar char="•"/>
      <a:defRPr sz="1050" b="0" i="0" kern="120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350259" y="1621536"/>
            <a:ext cx="6244333" cy="1941576"/>
          </a:xfrm>
          <a:noFill/>
        </p:spPr>
        <p:txBody>
          <a:bodyPr wrap="square" lIns="0" tIns="0" rIns="0" bIns="0" anchor="ctr" anchorCtr="0">
            <a:noAutofit/>
          </a:bodyPr>
          <a:lstStyle>
            <a:lvl1pPr>
              <a:defRPr sz="4000" spc="-50" baseline="0">
                <a:solidFill>
                  <a:schemeClr val="tx1"/>
                </a:solidFill>
                <a:latin typeface="+mj-lt"/>
                <a:cs typeface="Segoe UI" panose="020B0502040204020203" pitchFamily="34" charset="0"/>
              </a:defRPr>
            </a:lvl1pPr>
          </a:lstStyle>
          <a:p>
            <a:r>
              <a:rPr lang="en-US" dirty="0"/>
              <a:t>Event Name or Presentation Title</a:t>
            </a:r>
          </a:p>
        </p:txBody>
      </p:sp>
      <p:sp>
        <p:nvSpPr>
          <p:cNvPr id="5" name="Text Placeholder 4">
            <a:extLst>
              <a:ext uri="{FF2B5EF4-FFF2-40B4-BE49-F238E27FC236}">
                <a16:creationId xmlns:a16="http://schemas.microsoft.com/office/drawing/2014/main" id="{063C8DF7-52E5-4ABA-86DD-8FD6C136A4A3}"/>
              </a:ext>
            </a:extLst>
          </p:cNvPr>
          <p:cNvSpPr>
            <a:spLocks noGrp="1"/>
          </p:cNvSpPr>
          <p:nvPr>
            <p:ph type="body" sz="quarter" idx="12" hasCustomPrompt="1"/>
          </p:nvPr>
        </p:nvSpPr>
        <p:spPr>
          <a:xfrm>
            <a:off x="5350260" y="3875650"/>
            <a:ext cx="6244332" cy="276999"/>
          </a:xfrm>
          <a:noFill/>
        </p:spPr>
        <p:txBody>
          <a:bodyPr wrap="square" lIns="0" tIns="0" rIns="0" bIns="0">
            <a:spAutoFit/>
          </a:bodyPr>
          <a:lstStyle>
            <a:lvl1pPr marL="0" indent="0">
              <a:spcBef>
                <a:spcPts val="0"/>
              </a:spcBef>
              <a:buNone/>
              <a:defRPr sz="1800" b="1"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3" name="Picture 2" descr="A picture containing text, clipart&#10;&#10;Description automatically generated">
            <a:extLst>
              <a:ext uri="{FF2B5EF4-FFF2-40B4-BE49-F238E27FC236}">
                <a16:creationId xmlns:a16="http://schemas.microsoft.com/office/drawing/2014/main" id="{52D4C3E2-3CE7-EA80-DFF0-91F7D4F06C03}"/>
              </a:ext>
            </a:extLst>
          </p:cNvPr>
          <p:cNvPicPr>
            <a:picLocks noChangeAspect="1"/>
          </p:cNvPicPr>
          <p:nvPr userDrawn="1"/>
        </p:nvPicPr>
        <p:blipFill>
          <a:blip r:embed="rId3"/>
          <a:stretch>
            <a:fillRect/>
          </a:stretch>
        </p:blipFill>
        <p:spPr>
          <a:xfrm>
            <a:off x="9386888" y="5771788"/>
            <a:ext cx="2359024" cy="671874"/>
          </a:xfrm>
          <a:prstGeom prst="rect">
            <a:avLst/>
          </a:prstGeom>
        </p:spPr>
      </p:pic>
    </p:spTree>
    <p:extLst>
      <p:ext uri="{BB962C8B-B14F-4D97-AF65-F5344CB8AC3E}">
        <p14:creationId xmlns:p14="http://schemas.microsoft.com/office/powerpoint/2010/main" val="249995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hf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9" name="Title 1"/>
          <p:cNvSpPr>
            <a:spLocks noGrp="1"/>
          </p:cNvSpPr>
          <p:nvPr>
            <p:ph type="title" hasCustomPrompt="1"/>
          </p:nvPr>
        </p:nvSpPr>
        <p:spPr>
          <a:xfrm>
            <a:off x="584200" y="2487336"/>
            <a:ext cx="5510213" cy="1046440"/>
          </a:xfrm>
          <a:noFill/>
        </p:spPr>
        <p:txBody>
          <a:bodyPr wrap="square" lIns="0" tIns="0" rIns="0" bIns="0" anchor="b" anchorCtr="0">
            <a:spAutoFit/>
          </a:bodyPr>
          <a:lstStyle>
            <a:lvl1pPr>
              <a:defRPr sz="3400" spc="-50" baseline="0">
                <a:solidFill>
                  <a:schemeClr val="tx1"/>
                </a:solidFill>
                <a:latin typeface="+mj-lt"/>
                <a:cs typeface="Segoe UI" panose="020B0502040204020203" pitchFamily="34" charset="0"/>
              </a:defRPr>
            </a:lvl1pPr>
          </a:lstStyle>
          <a:p>
            <a:r>
              <a:rPr lang="en-US" dirty="0"/>
              <a:t>Event name or presentation title </a:t>
            </a:r>
          </a:p>
        </p:txBody>
      </p:sp>
      <p:sp>
        <p:nvSpPr>
          <p:cNvPr id="5" name="Text Placeholder 4"/>
          <p:cNvSpPr>
            <a:spLocks noGrp="1"/>
          </p:cNvSpPr>
          <p:nvPr>
            <p:ph type="body" sz="quarter" idx="12" hasCustomPrompt="1"/>
          </p:nvPr>
        </p:nvSpPr>
        <p:spPr>
          <a:xfrm>
            <a:off x="584200" y="3962400"/>
            <a:ext cx="5510213" cy="307777"/>
          </a:xfrm>
          <a:noFill/>
        </p:spPr>
        <p:txBody>
          <a:bodyPr wrap="square" lIns="0" tIns="0" rIns="0" bIns="0">
            <a:spAutoFit/>
          </a:bodyPr>
          <a:lstStyle>
            <a:lvl1pPr marL="0" indent="0">
              <a:spcBef>
                <a:spcPts val="0"/>
              </a:spcBef>
              <a:buNone/>
              <a:defRPr sz="2000" spc="0" baseline="0">
                <a:solidFill>
                  <a:schemeClr val="tx1"/>
                </a:solidFill>
                <a:latin typeface="+mn-lt"/>
                <a:cs typeface="Segoe UI" panose="020B0502040204020203" pitchFamily="34" charset="0"/>
              </a:defRPr>
            </a:lvl1pPr>
          </a:lstStyle>
          <a:p>
            <a:pPr lvl="0"/>
            <a:r>
              <a:rPr lang="en-US" dirty="0"/>
              <a:t>Speaker name or subtitle text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593421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a14="http://schemas.microsoft.com/office/drawing/2010/main" xmlns:p15="http://schemas.microsoft.com/office/powerpoint/2012/main"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ockup Slide with Picture">
    <p:spTree>
      <p:nvGrpSpPr>
        <p:cNvPr id="1" name=""/>
        <p:cNvGrpSpPr/>
        <p:nvPr/>
      </p:nvGrpSpPr>
      <p:grpSpPr>
        <a:xfrm>
          <a:off x="0" y="0"/>
          <a:ext cx="0" cy="0"/>
          <a:chOff x="0" y="0"/>
          <a:chExt cx="0" cy="0"/>
        </a:xfrm>
      </p:grpSpPr>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4582D644-6452-D04E-ACC8-AE775B9DB7B4}"/>
              </a:ext>
            </a:extLst>
          </p:cNvPr>
          <p:cNvSpPr>
            <a:spLocks noGrp="1"/>
          </p:cNvSpPr>
          <p:nvPr>
            <p:ph type="pic" sz="quarter" idx="11" hasCustomPrompt="1"/>
          </p:nvPr>
        </p:nvSpPr>
        <p:spPr bwMode="gray">
          <a:xfrm>
            <a:off x="6857994" y="0"/>
            <a:ext cx="5334006"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7" name="Picture 6">
            <a:extLst>
              <a:ext uri="{FF2B5EF4-FFF2-40B4-BE49-F238E27FC236}">
                <a16:creationId xmlns:a16="http://schemas.microsoft.com/office/drawing/2014/main" id="{CCEF9816-E4E3-3E43-A0E6-62AA2BBAC2F6}"/>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200" y="585787"/>
            <a:ext cx="1227766" cy="292609"/>
          </a:xfrm>
          <a:prstGeom prst="rect">
            <a:avLst/>
          </a:prstGeom>
        </p:spPr>
      </p:pic>
    </p:spTree>
    <p:extLst>
      <p:ext uri="{BB962C8B-B14F-4D97-AF65-F5344CB8AC3E}">
        <p14:creationId xmlns:p14="http://schemas.microsoft.com/office/powerpoint/2010/main" val="1111580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839">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t"/>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2111"/>
            <a:ext cx="11018838" cy="4836927"/>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8791EE2C-CA72-508C-AF77-F7276C52435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5" orient="horz" pos="905" userDrawn="1">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nchor="t"/>
          <a:lstStyle/>
          <a:p>
            <a:r>
              <a:rPr lang="en-US"/>
              <a:t>Click to edit Master title style</a:t>
            </a:r>
            <a:endParaRPr lang="en-US" dirty="0"/>
          </a:p>
        </p:txBody>
      </p:sp>
      <p:sp>
        <p:nvSpPr>
          <p:cNvPr id="4" name="Text Placeholder 3"/>
          <p:cNvSpPr>
            <a:spLocks noGrp="1"/>
          </p:cNvSpPr>
          <p:nvPr>
            <p:ph type="body" sz="quarter" idx="10"/>
          </p:nvPr>
        </p:nvSpPr>
        <p:spPr>
          <a:xfrm>
            <a:off x="586390" y="1434370"/>
            <a:ext cx="1101852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BC9AEE1B-6CBF-531F-6161-7FC03EC4E8E6}"/>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2" orient="horz" pos="903"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t"/>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1110"/>
          </a:xfrm>
        </p:spPr>
        <p:txBody>
          <a:bodyPr/>
          <a:lstStyle>
            <a:lvl1pPr marL="228600" indent="-228600">
              <a:buSzPct val="90000"/>
              <a:buFont typeface="Arial" panose="020B0604020202020204" pitchFamily="34" charset="0"/>
              <a:buChar char="•"/>
              <a:defRPr/>
            </a:lvl1pPr>
            <a:lvl2pPr marL="457200" indent="-228600">
              <a:buSzPct val="90000"/>
              <a:buFont typeface="Arial" panose="020B0604020202020204" pitchFamily="34" charset="0"/>
              <a:buChar char="•"/>
              <a:defRPr/>
            </a:lvl2pPr>
            <a:lvl3pPr marL="657225" indent="-200025">
              <a:buSzPct val="90000"/>
              <a:buFont typeface="Arial" panose="020B0604020202020204" pitchFamily="34" charset="0"/>
              <a:buChar char="•"/>
              <a:defRPr/>
            </a:lvl3pPr>
            <a:lvl4pPr marL="842963" indent="-180975">
              <a:buSzPct val="90000"/>
              <a:buFont typeface="Arial" panose="020B0604020202020204" pitchFamily="34" charset="0"/>
              <a:buChar char="•"/>
              <a:defRPr/>
            </a:lvl4pPr>
            <a:lvl5pPr marL="1023938" indent="-168275">
              <a:buSzPct val="9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picture containing text, clipart&#10;&#10;Description automatically generated">
            <a:extLst>
              <a:ext uri="{FF2B5EF4-FFF2-40B4-BE49-F238E27FC236}">
                <a16:creationId xmlns:a16="http://schemas.microsoft.com/office/drawing/2014/main" id="{6B71AB6C-BEED-906C-7BD1-810E3700BCB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612453623"/>
      </p:ext>
    </p:extLst>
  </p:cSld>
  <p:clrMapOvr>
    <a:masterClrMapping/>
  </p:clrMapOvr>
  <p:transition>
    <p:fade/>
  </p:transition>
  <p:extLst>
    <p:ext uri="{DCECCB84-F9BA-43D5-87BE-67443E8EF086}">
      <p15:sldGuideLst xmlns:p15="http://schemas.microsoft.com/office/powerpoint/2012/main">
        <p15:guide id="3" orient="horz" pos="903"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B9D8600-6232-EB42-9B16-FE5606C929F1}"/>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sp>
        <p:nvSpPr>
          <p:cNvPr id="5" name="Text Placeholder 3">
            <a:extLst>
              <a:ext uri="{FF2B5EF4-FFF2-40B4-BE49-F238E27FC236}">
                <a16:creationId xmlns:a16="http://schemas.microsoft.com/office/drawing/2014/main" id="{92710BA9-0DC0-4BFB-82CF-4F93C55DEFA1}"/>
              </a:ext>
            </a:extLst>
          </p:cNvPr>
          <p:cNvSpPr>
            <a:spLocks noGrp="1"/>
          </p:cNvSpPr>
          <p:nvPr>
            <p:ph type="body" sz="quarter" idx="12"/>
          </p:nvPr>
        </p:nvSpPr>
        <p:spPr>
          <a:xfrm>
            <a:off x="58639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a:extLst>
              <a:ext uri="{FF2B5EF4-FFF2-40B4-BE49-F238E27FC236}">
                <a16:creationId xmlns:a16="http://schemas.microsoft.com/office/drawing/2014/main" id="{185F674C-7305-447F-8F35-DBBE344126BD}"/>
              </a:ext>
            </a:extLst>
          </p:cNvPr>
          <p:cNvSpPr>
            <a:spLocks noGrp="1"/>
          </p:cNvSpPr>
          <p:nvPr>
            <p:ph type="body" sz="quarter" idx="13"/>
          </p:nvPr>
        </p:nvSpPr>
        <p:spPr>
          <a:xfrm>
            <a:off x="6395720" y="1434370"/>
            <a:ext cx="5209890" cy="4831840"/>
          </a:xfrm>
        </p:spPr>
        <p:txBody>
          <a:bodyPr wrap="square">
            <a:no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DE9FE114-78A5-00B6-2209-5248EF59E61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3" orient="horz" pos="904" userDrawn="1">
          <p15:clr>
            <a:srgbClr val="5ACBF0"/>
          </p15:clr>
        </p15:guide>
        <p15:guide id="4" pos="3659" userDrawn="1">
          <p15:clr>
            <a:srgbClr val="5ACBF0"/>
          </p15:clr>
        </p15:guide>
        <p15:guide id="5" pos="4021"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nchor="t"/>
          <a:lstStyle/>
          <a:p>
            <a:r>
              <a:rPr lang="en-US"/>
              <a:t>Click to edit Master title style</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AFD824D3-B0BF-F030-6A67-C1DF579938EF}"/>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91C41AE-0083-2A44-9A00-206CEB625E13}"/>
              </a:ext>
            </a:extLst>
          </p:cNvPr>
          <p:cNvSpPr>
            <a:spLocks noGrp="1"/>
          </p:cNvSpPr>
          <p:nvPr>
            <p:ph type="title"/>
          </p:nvPr>
        </p:nvSpPr>
        <p:spPr>
          <a:xfrm>
            <a:off x="588263" y="3182778"/>
            <a:ext cx="11018520" cy="492443"/>
          </a:xfrm>
        </p:spPr>
        <p:txBody>
          <a:bodyPr/>
          <a:lstStyle>
            <a:lvl1pPr algn="ctr">
              <a:defRPr sz="3200"/>
            </a:lvl1pPr>
          </a:lstStyle>
          <a:p>
            <a:r>
              <a:rPr lang="en-US"/>
              <a:t>Click to edit Master title style</a:t>
            </a:r>
            <a:endParaRPr lang="en-US" dirty="0"/>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8" userDrawn="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1992" userDrawn="1">
          <p15:clr>
            <a:srgbClr val="5ACBF0"/>
          </p15:clr>
        </p15:guide>
        <p15:guide id="29" orient="horz" pos="232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D20C4-3302-EB45-B6C3-8D7D3B54A5DD}"/>
              </a:ext>
            </a:extLst>
          </p:cNvPr>
          <p:cNvSpPr>
            <a:spLocks noGrp="1"/>
          </p:cNvSpPr>
          <p:nvPr>
            <p:ph type="title"/>
          </p:nvPr>
        </p:nvSpPr>
        <p:spPr/>
        <p:txBody>
          <a:bodyPr/>
          <a:lstStyle/>
          <a:p>
            <a:r>
              <a:rPr lang="en-US"/>
              <a:t>Click to edit Master title style</a:t>
            </a:r>
            <a:endParaRPr lang="en-US" dirty="0"/>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1060B0B7-8257-AF44-8E50-C5EF88BB3828}"/>
              </a:ext>
            </a:extLst>
          </p:cNvPr>
          <p:cNvSpPr>
            <a:spLocks noGrp="1"/>
          </p:cNvSpPr>
          <p:nvPr>
            <p:ph type="pic" sz="quarter" idx="11" hasCustomPrompt="1"/>
          </p:nvPr>
        </p:nvSpPr>
        <p:spPr bwMode="gray">
          <a:xfrm>
            <a:off x="58826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4CAA7D2A-D3F3-C443-BEAB-AE463EB6977E}"/>
              </a:ext>
            </a:extLst>
          </p:cNvPr>
          <p:cNvSpPr>
            <a:spLocks noGrp="1"/>
          </p:cNvSpPr>
          <p:nvPr>
            <p:ph type="pic" sz="quarter" idx="12" hasCustomPrompt="1"/>
          </p:nvPr>
        </p:nvSpPr>
        <p:spPr bwMode="gray">
          <a:xfrm>
            <a:off x="159974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5606696E-F9FD-7A41-B239-56C925CA5E14}"/>
              </a:ext>
            </a:extLst>
          </p:cNvPr>
          <p:cNvSpPr>
            <a:spLocks noGrp="1"/>
          </p:cNvSpPr>
          <p:nvPr>
            <p:ph type="pic" sz="quarter" idx="13" hasCustomPrompt="1"/>
          </p:nvPr>
        </p:nvSpPr>
        <p:spPr bwMode="gray">
          <a:xfrm>
            <a:off x="261123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267BFD11-A5C7-534B-95DE-708BA59C3464}"/>
              </a:ext>
            </a:extLst>
          </p:cNvPr>
          <p:cNvSpPr>
            <a:spLocks noGrp="1"/>
          </p:cNvSpPr>
          <p:nvPr>
            <p:ph type="pic" sz="quarter" idx="14" hasCustomPrompt="1"/>
          </p:nvPr>
        </p:nvSpPr>
        <p:spPr bwMode="gray">
          <a:xfrm>
            <a:off x="362271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4A2493A-DA9A-774E-B698-381E87F30236}"/>
              </a:ext>
            </a:extLst>
          </p:cNvPr>
          <p:cNvSpPr>
            <a:spLocks noGrp="1"/>
          </p:cNvSpPr>
          <p:nvPr>
            <p:ph type="pic" sz="quarter" idx="15" hasCustomPrompt="1"/>
          </p:nvPr>
        </p:nvSpPr>
        <p:spPr bwMode="gray">
          <a:xfrm>
            <a:off x="463419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29F155F2-1A5E-D049-B799-7F265508271D}"/>
              </a:ext>
            </a:extLst>
          </p:cNvPr>
          <p:cNvSpPr>
            <a:spLocks noGrp="1"/>
          </p:cNvSpPr>
          <p:nvPr>
            <p:ph type="pic" sz="quarter" idx="16" hasCustomPrompt="1"/>
          </p:nvPr>
        </p:nvSpPr>
        <p:spPr bwMode="gray">
          <a:xfrm>
            <a:off x="5645683"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39D300ED-46DE-8D44-B42F-D72A4BD1D05B}"/>
              </a:ext>
            </a:extLst>
          </p:cNvPr>
          <p:cNvSpPr>
            <a:spLocks noGrp="1"/>
          </p:cNvSpPr>
          <p:nvPr>
            <p:ph type="pic" sz="quarter" idx="17" hasCustomPrompt="1"/>
          </p:nvPr>
        </p:nvSpPr>
        <p:spPr bwMode="gray">
          <a:xfrm>
            <a:off x="665716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D59F3EBB-786F-7A42-B92F-72211CA921FC}"/>
              </a:ext>
            </a:extLst>
          </p:cNvPr>
          <p:cNvSpPr>
            <a:spLocks noGrp="1"/>
          </p:cNvSpPr>
          <p:nvPr>
            <p:ph type="pic" sz="quarter" idx="18" hasCustomPrompt="1"/>
          </p:nvPr>
        </p:nvSpPr>
        <p:spPr bwMode="gray">
          <a:xfrm>
            <a:off x="7668651"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EBA676D0-34EC-3646-AC3D-071EB3DD9D6C}"/>
              </a:ext>
            </a:extLst>
          </p:cNvPr>
          <p:cNvSpPr>
            <a:spLocks noGrp="1"/>
          </p:cNvSpPr>
          <p:nvPr>
            <p:ph type="pic" sz="quarter" idx="19" hasCustomPrompt="1"/>
          </p:nvPr>
        </p:nvSpPr>
        <p:spPr bwMode="gray">
          <a:xfrm>
            <a:off x="8680135"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1ADFD9C1-E635-1B46-BC21-4D5D3069E75B}"/>
              </a:ext>
            </a:extLst>
          </p:cNvPr>
          <p:cNvSpPr>
            <a:spLocks noGrp="1"/>
          </p:cNvSpPr>
          <p:nvPr>
            <p:ph type="pic" sz="quarter" idx="20" hasCustomPrompt="1"/>
          </p:nvPr>
        </p:nvSpPr>
        <p:spPr bwMode="gray">
          <a:xfrm>
            <a:off x="9691619"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3CF35C45-D347-D645-8CD2-6E3D2088C4CC}"/>
              </a:ext>
            </a:extLst>
          </p:cNvPr>
          <p:cNvSpPr>
            <a:spLocks noGrp="1"/>
          </p:cNvSpPr>
          <p:nvPr>
            <p:ph type="pic" sz="quarter" idx="21" hasCustomPrompt="1"/>
          </p:nvPr>
        </p:nvSpPr>
        <p:spPr bwMode="gray">
          <a:xfrm>
            <a:off x="10703107" y="150800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19475B80-6F15-0744-AB11-132AC7CF9AF6}"/>
              </a:ext>
            </a:extLst>
          </p:cNvPr>
          <p:cNvSpPr>
            <a:spLocks noGrp="1"/>
          </p:cNvSpPr>
          <p:nvPr>
            <p:ph type="pic" sz="quarter" idx="22" hasCustomPrompt="1"/>
          </p:nvPr>
        </p:nvSpPr>
        <p:spPr bwMode="gray">
          <a:xfrm>
            <a:off x="58826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2E65AC22-FEB4-6245-8825-006D3BD5EEC0}"/>
              </a:ext>
            </a:extLst>
          </p:cNvPr>
          <p:cNvSpPr>
            <a:spLocks noGrp="1"/>
          </p:cNvSpPr>
          <p:nvPr>
            <p:ph type="pic" sz="quarter" idx="23" hasCustomPrompt="1"/>
          </p:nvPr>
        </p:nvSpPr>
        <p:spPr bwMode="gray">
          <a:xfrm>
            <a:off x="159974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2CA5DEB6-0C05-E64B-93D0-2DC0A025A090}"/>
              </a:ext>
            </a:extLst>
          </p:cNvPr>
          <p:cNvSpPr>
            <a:spLocks noGrp="1"/>
          </p:cNvSpPr>
          <p:nvPr>
            <p:ph type="pic" sz="quarter" idx="24" hasCustomPrompt="1"/>
          </p:nvPr>
        </p:nvSpPr>
        <p:spPr bwMode="gray">
          <a:xfrm>
            <a:off x="261123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E846680-CCD1-9948-9632-5B8197B7DFFC}"/>
              </a:ext>
            </a:extLst>
          </p:cNvPr>
          <p:cNvSpPr>
            <a:spLocks noGrp="1"/>
          </p:cNvSpPr>
          <p:nvPr>
            <p:ph type="pic" sz="quarter" idx="25" hasCustomPrompt="1"/>
          </p:nvPr>
        </p:nvSpPr>
        <p:spPr bwMode="gray">
          <a:xfrm>
            <a:off x="362271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E079D992-3FCF-A34A-88A0-8A2A68C972E0}"/>
              </a:ext>
            </a:extLst>
          </p:cNvPr>
          <p:cNvSpPr>
            <a:spLocks noGrp="1"/>
          </p:cNvSpPr>
          <p:nvPr>
            <p:ph type="pic" sz="quarter" idx="26" hasCustomPrompt="1"/>
          </p:nvPr>
        </p:nvSpPr>
        <p:spPr bwMode="gray">
          <a:xfrm>
            <a:off x="463419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2996246-3D80-2E4F-B8C7-B5C201E6038B}"/>
              </a:ext>
            </a:extLst>
          </p:cNvPr>
          <p:cNvSpPr>
            <a:spLocks noGrp="1"/>
          </p:cNvSpPr>
          <p:nvPr>
            <p:ph type="pic" sz="quarter" idx="27" hasCustomPrompt="1"/>
          </p:nvPr>
        </p:nvSpPr>
        <p:spPr bwMode="gray">
          <a:xfrm>
            <a:off x="5645683"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5B08E9CE-2FBC-A34F-A25C-316E2F2AFB58}"/>
              </a:ext>
            </a:extLst>
          </p:cNvPr>
          <p:cNvSpPr>
            <a:spLocks noGrp="1"/>
          </p:cNvSpPr>
          <p:nvPr>
            <p:ph type="pic" sz="quarter" idx="28" hasCustomPrompt="1"/>
          </p:nvPr>
        </p:nvSpPr>
        <p:spPr bwMode="gray">
          <a:xfrm>
            <a:off x="665716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1" name="Picture Placeholder" descr="This photo is a 'placeholder' only. Drag or drop your photo here, or click and tap the center to insert a photo.">
            <a:extLst>
              <a:ext uri="{FF2B5EF4-FFF2-40B4-BE49-F238E27FC236}">
                <a16:creationId xmlns:a16="http://schemas.microsoft.com/office/drawing/2014/main" id="{FDB30B13-3B8F-8940-A799-8867F379BBFF}"/>
              </a:ext>
            </a:extLst>
          </p:cNvPr>
          <p:cNvSpPr>
            <a:spLocks noGrp="1"/>
          </p:cNvSpPr>
          <p:nvPr>
            <p:ph type="pic" sz="quarter" idx="29" hasCustomPrompt="1"/>
          </p:nvPr>
        </p:nvSpPr>
        <p:spPr bwMode="gray">
          <a:xfrm>
            <a:off x="7668651"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2" name="Picture Placeholder" descr="This photo is a 'placeholder' only. Drag or drop your photo here, or click and tap the center to insert a photo.">
            <a:extLst>
              <a:ext uri="{FF2B5EF4-FFF2-40B4-BE49-F238E27FC236}">
                <a16:creationId xmlns:a16="http://schemas.microsoft.com/office/drawing/2014/main" id="{EC27ED1D-2D58-0F4E-AF78-B5F5237C75C8}"/>
              </a:ext>
            </a:extLst>
          </p:cNvPr>
          <p:cNvSpPr>
            <a:spLocks noGrp="1"/>
          </p:cNvSpPr>
          <p:nvPr>
            <p:ph type="pic" sz="quarter" idx="30" hasCustomPrompt="1"/>
          </p:nvPr>
        </p:nvSpPr>
        <p:spPr bwMode="gray">
          <a:xfrm>
            <a:off x="8680135"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3" name="Picture Placeholder" descr="This photo is a 'placeholder' only. Drag or drop your photo here, or click and tap the center to insert a photo.">
            <a:extLst>
              <a:ext uri="{FF2B5EF4-FFF2-40B4-BE49-F238E27FC236}">
                <a16:creationId xmlns:a16="http://schemas.microsoft.com/office/drawing/2014/main" id="{74EBE182-B741-BC49-B664-B0A622BFEA17}"/>
              </a:ext>
            </a:extLst>
          </p:cNvPr>
          <p:cNvSpPr>
            <a:spLocks noGrp="1"/>
          </p:cNvSpPr>
          <p:nvPr>
            <p:ph type="pic" sz="quarter" idx="31" hasCustomPrompt="1"/>
          </p:nvPr>
        </p:nvSpPr>
        <p:spPr bwMode="gray">
          <a:xfrm>
            <a:off x="9691619"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24" name="Picture Placeholder" descr="This photo is a 'placeholder' only. Drag or drop your photo here, or click and tap the center to insert a photo.">
            <a:extLst>
              <a:ext uri="{FF2B5EF4-FFF2-40B4-BE49-F238E27FC236}">
                <a16:creationId xmlns:a16="http://schemas.microsoft.com/office/drawing/2014/main" id="{216A9CF0-7A7F-AE48-971A-01E1283DC04D}"/>
              </a:ext>
            </a:extLst>
          </p:cNvPr>
          <p:cNvSpPr>
            <a:spLocks noGrp="1"/>
          </p:cNvSpPr>
          <p:nvPr>
            <p:ph type="pic" sz="quarter" idx="32" hasCustomPrompt="1"/>
          </p:nvPr>
        </p:nvSpPr>
        <p:spPr bwMode="gray">
          <a:xfrm>
            <a:off x="10703107" y="246191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7" name="Picture Placeholder" descr="This photo is a 'placeholder' only. Drag or drop your photo here, or click and tap the center to insert a photo.">
            <a:extLst>
              <a:ext uri="{FF2B5EF4-FFF2-40B4-BE49-F238E27FC236}">
                <a16:creationId xmlns:a16="http://schemas.microsoft.com/office/drawing/2014/main" id="{EE48212A-DC2D-8A4E-948F-CED552226B35}"/>
              </a:ext>
            </a:extLst>
          </p:cNvPr>
          <p:cNvSpPr>
            <a:spLocks noGrp="1"/>
          </p:cNvSpPr>
          <p:nvPr>
            <p:ph type="pic" sz="quarter" idx="33" hasCustomPrompt="1"/>
          </p:nvPr>
        </p:nvSpPr>
        <p:spPr bwMode="gray">
          <a:xfrm>
            <a:off x="58826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8" name="Picture Placeholder" descr="This photo is a 'placeholder' only. Drag or drop your photo here, or click and tap the center to insert a photo.">
            <a:extLst>
              <a:ext uri="{FF2B5EF4-FFF2-40B4-BE49-F238E27FC236}">
                <a16:creationId xmlns:a16="http://schemas.microsoft.com/office/drawing/2014/main" id="{2A7EC4B1-AFA8-B84C-9D6B-CFC26A347773}"/>
              </a:ext>
            </a:extLst>
          </p:cNvPr>
          <p:cNvSpPr>
            <a:spLocks noGrp="1"/>
          </p:cNvSpPr>
          <p:nvPr>
            <p:ph type="pic" sz="quarter" idx="34" hasCustomPrompt="1"/>
          </p:nvPr>
        </p:nvSpPr>
        <p:spPr bwMode="gray">
          <a:xfrm>
            <a:off x="159974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49" name="Picture Placeholder" descr="This photo is a 'placeholder' only. Drag or drop your photo here, or click and tap the center to insert a photo.">
            <a:extLst>
              <a:ext uri="{FF2B5EF4-FFF2-40B4-BE49-F238E27FC236}">
                <a16:creationId xmlns:a16="http://schemas.microsoft.com/office/drawing/2014/main" id="{3D41B8F6-CB16-8A47-93D6-22C9BD6E792E}"/>
              </a:ext>
            </a:extLst>
          </p:cNvPr>
          <p:cNvSpPr>
            <a:spLocks noGrp="1"/>
          </p:cNvSpPr>
          <p:nvPr>
            <p:ph type="pic" sz="quarter" idx="35" hasCustomPrompt="1"/>
          </p:nvPr>
        </p:nvSpPr>
        <p:spPr bwMode="gray">
          <a:xfrm>
            <a:off x="261123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0" name="Picture Placeholder" descr="This photo is a 'placeholder' only. Drag or drop your photo here, or click and tap the center to insert a photo.">
            <a:extLst>
              <a:ext uri="{FF2B5EF4-FFF2-40B4-BE49-F238E27FC236}">
                <a16:creationId xmlns:a16="http://schemas.microsoft.com/office/drawing/2014/main" id="{9F647A9E-3E39-5245-986A-31E2F83C941F}"/>
              </a:ext>
            </a:extLst>
          </p:cNvPr>
          <p:cNvSpPr>
            <a:spLocks noGrp="1"/>
          </p:cNvSpPr>
          <p:nvPr>
            <p:ph type="pic" sz="quarter" idx="36" hasCustomPrompt="1"/>
          </p:nvPr>
        </p:nvSpPr>
        <p:spPr bwMode="gray">
          <a:xfrm>
            <a:off x="362271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1" name="Picture Placeholder" descr="This photo is a 'placeholder' only. Drag or drop your photo here, or click and tap the center to insert a photo.">
            <a:extLst>
              <a:ext uri="{FF2B5EF4-FFF2-40B4-BE49-F238E27FC236}">
                <a16:creationId xmlns:a16="http://schemas.microsoft.com/office/drawing/2014/main" id="{C943DD5E-95E4-004B-A652-3964101490F7}"/>
              </a:ext>
            </a:extLst>
          </p:cNvPr>
          <p:cNvSpPr>
            <a:spLocks noGrp="1"/>
          </p:cNvSpPr>
          <p:nvPr>
            <p:ph type="pic" sz="quarter" idx="37" hasCustomPrompt="1"/>
          </p:nvPr>
        </p:nvSpPr>
        <p:spPr bwMode="gray">
          <a:xfrm>
            <a:off x="463419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2" name="Picture Placeholder" descr="This photo is a 'placeholder' only. Drag or drop your photo here, or click and tap the center to insert a photo.">
            <a:extLst>
              <a:ext uri="{FF2B5EF4-FFF2-40B4-BE49-F238E27FC236}">
                <a16:creationId xmlns:a16="http://schemas.microsoft.com/office/drawing/2014/main" id="{7324A395-E051-B041-98A7-F038983D90B3}"/>
              </a:ext>
            </a:extLst>
          </p:cNvPr>
          <p:cNvSpPr>
            <a:spLocks noGrp="1"/>
          </p:cNvSpPr>
          <p:nvPr>
            <p:ph type="pic" sz="quarter" idx="38" hasCustomPrompt="1"/>
          </p:nvPr>
        </p:nvSpPr>
        <p:spPr bwMode="gray">
          <a:xfrm>
            <a:off x="5645683"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3" name="Picture Placeholder" descr="This photo is a 'placeholder' only. Drag or drop your photo here, or click and tap the center to insert a photo.">
            <a:extLst>
              <a:ext uri="{FF2B5EF4-FFF2-40B4-BE49-F238E27FC236}">
                <a16:creationId xmlns:a16="http://schemas.microsoft.com/office/drawing/2014/main" id="{5D8EB23B-20D2-E04A-8B4F-F25763669F4C}"/>
              </a:ext>
            </a:extLst>
          </p:cNvPr>
          <p:cNvSpPr>
            <a:spLocks noGrp="1"/>
          </p:cNvSpPr>
          <p:nvPr>
            <p:ph type="pic" sz="quarter" idx="39" hasCustomPrompt="1"/>
          </p:nvPr>
        </p:nvSpPr>
        <p:spPr bwMode="gray">
          <a:xfrm>
            <a:off x="665716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4" name="Picture Placeholder" descr="This photo is a 'placeholder' only. Drag or drop your photo here, or click and tap the center to insert a photo.">
            <a:extLst>
              <a:ext uri="{FF2B5EF4-FFF2-40B4-BE49-F238E27FC236}">
                <a16:creationId xmlns:a16="http://schemas.microsoft.com/office/drawing/2014/main" id="{9176A914-34CF-6A48-A1B5-7978B2CF9C71}"/>
              </a:ext>
            </a:extLst>
          </p:cNvPr>
          <p:cNvSpPr>
            <a:spLocks noGrp="1"/>
          </p:cNvSpPr>
          <p:nvPr>
            <p:ph type="pic" sz="quarter" idx="40" hasCustomPrompt="1"/>
          </p:nvPr>
        </p:nvSpPr>
        <p:spPr bwMode="gray">
          <a:xfrm>
            <a:off x="7668651"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5" name="Picture Placeholder" descr="This photo is a 'placeholder' only. Drag or drop your photo here, or click and tap the center to insert a photo.">
            <a:extLst>
              <a:ext uri="{FF2B5EF4-FFF2-40B4-BE49-F238E27FC236}">
                <a16:creationId xmlns:a16="http://schemas.microsoft.com/office/drawing/2014/main" id="{DC220427-E17B-B24E-AB8E-2626C72238E1}"/>
              </a:ext>
            </a:extLst>
          </p:cNvPr>
          <p:cNvSpPr>
            <a:spLocks noGrp="1"/>
          </p:cNvSpPr>
          <p:nvPr>
            <p:ph type="pic" sz="quarter" idx="41" hasCustomPrompt="1"/>
          </p:nvPr>
        </p:nvSpPr>
        <p:spPr bwMode="gray">
          <a:xfrm>
            <a:off x="8680135"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6" name="Picture Placeholder" descr="This photo is a 'placeholder' only. Drag or drop your photo here, or click and tap the center to insert a photo.">
            <a:extLst>
              <a:ext uri="{FF2B5EF4-FFF2-40B4-BE49-F238E27FC236}">
                <a16:creationId xmlns:a16="http://schemas.microsoft.com/office/drawing/2014/main" id="{256B660E-74F0-6749-933B-EBBB3DC15E3C}"/>
              </a:ext>
            </a:extLst>
          </p:cNvPr>
          <p:cNvSpPr>
            <a:spLocks noGrp="1"/>
          </p:cNvSpPr>
          <p:nvPr>
            <p:ph type="pic" sz="quarter" idx="42" hasCustomPrompt="1"/>
          </p:nvPr>
        </p:nvSpPr>
        <p:spPr bwMode="gray">
          <a:xfrm>
            <a:off x="9691619"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7" name="Picture Placeholder" descr="This photo is a 'placeholder' only. Drag or drop your photo here, or click and tap the center to insert a photo.">
            <a:extLst>
              <a:ext uri="{FF2B5EF4-FFF2-40B4-BE49-F238E27FC236}">
                <a16:creationId xmlns:a16="http://schemas.microsoft.com/office/drawing/2014/main" id="{800E9B2C-54F5-7247-8B0A-8ECF84CB3EC6}"/>
              </a:ext>
            </a:extLst>
          </p:cNvPr>
          <p:cNvSpPr>
            <a:spLocks noGrp="1"/>
          </p:cNvSpPr>
          <p:nvPr>
            <p:ph type="pic" sz="quarter" idx="43" hasCustomPrompt="1"/>
          </p:nvPr>
        </p:nvSpPr>
        <p:spPr bwMode="gray">
          <a:xfrm>
            <a:off x="10703107" y="341582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8" name="Picture Placeholder" descr="This photo is a 'placeholder' only. Drag or drop your photo here, or click and tap the center to insert a photo.">
            <a:extLst>
              <a:ext uri="{FF2B5EF4-FFF2-40B4-BE49-F238E27FC236}">
                <a16:creationId xmlns:a16="http://schemas.microsoft.com/office/drawing/2014/main" id="{01E232AB-8B15-254B-A855-7F8837E250DF}"/>
              </a:ext>
            </a:extLst>
          </p:cNvPr>
          <p:cNvSpPr>
            <a:spLocks noGrp="1"/>
          </p:cNvSpPr>
          <p:nvPr>
            <p:ph type="pic" sz="quarter" idx="44" hasCustomPrompt="1"/>
          </p:nvPr>
        </p:nvSpPr>
        <p:spPr bwMode="gray">
          <a:xfrm>
            <a:off x="58826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59" name="Picture Placeholder" descr="This photo is a 'placeholder' only. Drag or drop your photo here, or click and tap the center to insert a photo.">
            <a:extLst>
              <a:ext uri="{FF2B5EF4-FFF2-40B4-BE49-F238E27FC236}">
                <a16:creationId xmlns:a16="http://schemas.microsoft.com/office/drawing/2014/main" id="{0A9C15B7-B0C8-6F44-8D00-8A2A4EEBF911}"/>
              </a:ext>
            </a:extLst>
          </p:cNvPr>
          <p:cNvSpPr>
            <a:spLocks noGrp="1"/>
          </p:cNvSpPr>
          <p:nvPr>
            <p:ph type="pic" sz="quarter" idx="45" hasCustomPrompt="1"/>
          </p:nvPr>
        </p:nvSpPr>
        <p:spPr bwMode="gray">
          <a:xfrm>
            <a:off x="159974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0" name="Picture Placeholder" descr="This photo is a 'placeholder' only. Drag or drop your photo here, or click and tap the center to insert a photo.">
            <a:extLst>
              <a:ext uri="{FF2B5EF4-FFF2-40B4-BE49-F238E27FC236}">
                <a16:creationId xmlns:a16="http://schemas.microsoft.com/office/drawing/2014/main" id="{855E00E5-0C32-114B-9C71-A210C35FD8A5}"/>
              </a:ext>
            </a:extLst>
          </p:cNvPr>
          <p:cNvSpPr>
            <a:spLocks noGrp="1"/>
          </p:cNvSpPr>
          <p:nvPr>
            <p:ph type="pic" sz="quarter" idx="46" hasCustomPrompt="1"/>
          </p:nvPr>
        </p:nvSpPr>
        <p:spPr bwMode="gray">
          <a:xfrm>
            <a:off x="261123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1" name="Picture Placeholder" descr="This photo is a 'placeholder' only. Drag or drop your photo here, or click and tap the center to insert a photo.">
            <a:extLst>
              <a:ext uri="{FF2B5EF4-FFF2-40B4-BE49-F238E27FC236}">
                <a16:creationId xmlns:a16="http://schemas.microsoft.com/office/drawing/2014/main" id="{53BCE8B7-2363-754D-8DCC-BBD1A812A666}"/>
              </a:ext>
            </a:extLst>
          </p:cNvPr>
          <p:cNvSpPr>
            <a:spLocks noGrp="1"/>
          </p:cNvSpPr>
          <p:nvPr>
            <p:ph type="pic" sz="quarter" idx="47" hasCustomPrompt="1"/>
          </p:nvPr>
        </p:nvSpPr>
        <p:spPr bwMode="gray">
          <a:xfrm>
            <a:off x="362271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2" name="Picture Placeholder" descr="This photo is a 'placeholder' only. Drag or drop your photo here, or click and tap the center to insert a photo.">
            <a:extLst>
              <a:ext uri="{FF2B5EF4-FFF2-40B4-BE49-F238E27FC236}">
                <a16:creationId xmlns:a16="http://schemas.microsoft.com/office/drawing/2014/main" id="{3DD5E7E1-6C4A-D24E-B423-731BCB2FED82}"/>
              </a:ext>
            </a:extLst>
          </p:cNvPr>
          <p:cNvSpPr>
            <a:spLocks noGrp="1"/>
          </p:cNvSpPr>
          <p:nvPr>
            <p:ph type="pic" sz="quarter" idx="48" hasCustomPrompt="1"/>
          </p:nvPr>
        </p:nvSpPr>
        <p:spPr bwMode="gray">
          <a:xfrm>
            <a:off x="463419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3" name="Picture Placeholder" descr="This photo is a 'placeholder' only. Drag or drop your photo here, or click and tap the center to insert a photo.">
            <a:extLst>
              <a:ext uri="{FF2B5EF4-FFF2-40B4-BE49-F238E27FC236}">
                <a16:creationId xmlns:a16="http://schemas.microsoft.com/office/drawing/2014/main" id="{7994E403-A4F2-D143-8694-FFDDED83B568}"/>
              </a:ext>
            </a:extLst>
          </p:cNvPr>
          <p:cNvSpPr>
            <a:spLocks noGrp="1"/>
          </p:cNvSpPr>
          <p:nvPr>
            <p:ph type="pic" sz="quarter" idx="49" hasCustomPrompt="1"/>
          </p:nvPr>
        </p:nvSpPr>
        <p:spPr bwMode="gray">
          <a:xfrm>
            <a:off x="5645683"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4" name="Picture Placeholder" descr="This photo is a 'placeholder' only. Drag or drop your photo here, or click and tap the center to insert a photo.">
            <a:extLst>
              <a:ext uri="{FF2B5EF4-FFF2-40B4-BE49-F238E27FC236}">
                <a16:creationId xmlns:a16="http://schemas.microsoft.com/office/drawing/2014/main" id="{1DD66CA9-613E-E649-873E-15770AF37966}"/>
              </a:ext>
            </a:extLst>
          </p:cNvPr>
          <p:cNvSpPr>
            <a:spLocks noGrp="1"/>
          </p:cNvSpPr>
          <p:nvPr>
            <p:ph type="pic" sz="quarter" idx="50" hasCustomPrompt="1"/>
          </p:nvPr>
        </p:nvSpPr>
        <p:spPr bwMode="gray">
          <a:xfrm>
            <a:off x="665716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5" name="Picture Placeholder" descr="This photo is a 'placeholder' only. Drag or drop your photo here, or click and tap the center to insert a photo.">
            <a:extLst>
              <a:ext uri="{FF2B5EF4-FFF2-40B4-BE49-F238E27FC236}">
                <a16:creationId xmlns:a16="http://schemas.microsoft.com/office/drawing/2014/main" id="{F1F31EBB-82CA-0B47-90B9-623F7BEA7BCC}"/>
              </a:ext>
            </a:extLst>
          </p:cNvPr>
          <p:cNvSpPr>
            <a:spLocks noGrp="1"/>
          </p:cNvSpPr>
          <p:nvPr>
            <p:ph type="pic" sz="quarter" idx="51" hasCustomPrompt="1"/>
          </p:nvPr>
        </p:nvSpPr>
        <p:spPr bwMode="gray">
          <a:xfrm>
            <a:off x="7668651"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6" name="Picture Placeholder" descr="This photo is a 'placeholder' only. Drag or drop your photo here, or click and tap the center to insert a photo.">
            <a:extLst>
              <a:ext uri="{FF2B5EF4-FFF2-40B4-BE49-F238E27FC236}">
                <a16:creationId xmlns:a16="http://schemas.microsoft.com/office/drawing/2014/main" id="{13354D4A-7AE4-3249-979C-EF717F4169E2}"/>
              </a:ext>
            </a:extLst>
          </p:cNvPr>
          <p:cNvSpPr>
            <a:spLocks noGrp="1"/>
          </p:cNvSpPr>
          <p:nvPr>
            <p:ph type="pic" sz="quarter" idx="52" hasCustomPrompt="1"/>
          </p:nvPr>
        </p:nvSpPr>
        <p:spPr bwMode="gray">
          <a:xfrm>
            <a:off x="8680135"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7" name="Picture Placeholder" descr="This photo is a 'placeholder' only. Drag or drop your photo here, or click and tap the center to insert a photo.">
            <a:extLst>
              <a:ext uri="{FF2B5EF4-FFF2-40B4-BE49-F238E27FC236}">
                <a16:creationId xmlns:a16="http://schemas.microsoft.com/office/drawing/2014/main" id="{D798148F-325B-8847-998F-D6695555F7A4}"/>
              </a:ext>
            </a:extLst>
          </p:cNvPr>
          <p:cNvSpPr>
            <a:spLocks noGrp="1"/>
          </p:cNvSpPr>
          <p:nvPr>
            <p:ph type="pic" sz="quarter" idx="53" hasCustomPrompt="1"/>
          </p:nvPr>
        </p:nvSpPr>
        <p:spPr bwMode="gray">
          <a:xfrm>
            <a:off x="9691619"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8" name="Picture Placeholder" descr="This photo is a 'placeholder' only. Drag or drop your photo here, or click and tap the center to insert a photo.">
            <a:extLst>
              <a:ext uri="{FF2B5EF4-FFF2-40B4-BE49-F238E27FC236}">
                <a16:creationId xmlns:a16="http://schemas.microsoft.com/office/drawing/2014/main" id="{9FC062AA-6E9F-F148-A650-D892DEAD4D5B}"/>
              </a:ext>
            </a:extLst>
          </p:cNvPr>
          <p:cNvSpPr>
            <a:spLocks noGrp="1"/>
          </p:cNvSpPr>
          <p:nvPr>
            <p:ph type="pic" sz="quarter" idx="54" hasCustomPrompt="1"/>
          </p:nvPr>
        </p:nvSpPr>
        <p:spPr bwMode="gray">
          <a:xfrm>
            <a:off x="10703107" y="436973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69" name="Picture Placeholder" descr="This photo is a 'placeholder' only. Drag or drop your photo here, or click and tap the center to insert a photo.">
            <a:extLst>
              <a:ext uri="{FF2B5EF4-FFF2-40B4-BE49-F238E27FC236}">
                <a16:creationId xmlns:a16="http://schemas.microsoft.com/office/drawing/2014/main" id="{2736B318-56FF-BD45-BE51-B4F02187BAB1}"/>
              </a:ext>
            </a:extLst>
          </p:cNvPr>
          <p:cNvSpPr>
            <a:spLocks noGrp="1"/>
          </p:cNvSpPr>
          <p:nvPr>
            <p:ph type="pic" sz="quarter" idx="55" hasCustomPrompt="1"/>
          </p:nvPr>
        </p:nvSpPr>
        <p:spPr bwMode="gray">
          <a:xfrm>
            <a:off x="58826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0" name="Picture Placeholder" descr="This photo is a 'placeholder' only. Drag or drop your photo here, or click and tap the center to insert a photo.">
            <a:extLst>
              <a:ext uri="{FF2B5EF4-FFF2-40B4-BE49-F238E27FC236}">
                <a16:creationId xmlns:a16="http://schemas.microsoft.com/office/drawing/2014/main" id="{C874F5D0-313C-9C4E-A76E-837FA8B341EF}"/>
              </a:ext>
            </a:extLst>
          </p:cNvPr>
          <p:cNvSpPr>
            <a:spLocks noGrp="1"/>
          </p:cNvSpPr>
          <p:nvPr>
            <p:ph type="pic" sz="quarter" idx="56" hasCustomPrompt="1"/>
          </p:nvPr>
        </p:nvSpPr>
        <p:spPr bwMode="gray">
          <a:xfrm>
            <a:off x="159974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1" name="Picture Placeholder" descr="This photo is a 'placeholder' only. Drag or drop your photo here, or click and tap the center to insert a photo.">
            <a:extLst>
              <a:ext uri="{FF2B5EF4-FFF2-40B4-BE49-F238E27FC236}">
                <a16:creationId xmlns:a16="http://schemas.microsoft.com/office/drawing/2014/main" id="{0B1B6CBD-7E6A-E64A-8901-48FC6B628F8A}"/>
              </a:ext>
            </a:extLst>
          </p:cNvPr>
          <p:cNvSpPr>
            <a:spLocks noGrp="1"/>
          </p:cNvSpPr>
          <p:nvPr>
            <p:ph type="pic" sz="quarter" idx="57" hasCustomPrompt="1"/>
          </p:nvPr>
        </p:nvSpPr>
        <p:spPr bwMode="gray">
          <a:xfrm>
            <a:off x="261123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2" name="Picture Placeholder" descr="This photo is a 'placeholder' only. Drag or drop your photo here, or click and tap the center to insert a photo.">
            <a:extLst>
              <a:ext uri="{FF2B5EF4-FFF2-40B4-BE49-F238E27FC236}">
                <a16:creationId xmlns:a16="http://schemas.microsoft.com/office/drawing/2014/main" id="{81345C8D-49CF-D74B-BBBF-1ABB0F2BC7E0}"/>
              </a:ext>
            </a:extLst>
          </p:cNvPr>
          <p:cNvSpPr>
            <a:spLocks noGrp="1"/>
          </p:cNvSpPr>
          <p:nvPr>
            <p:ph type="pic" sz="quarter" idx="58" hasCustomPrompt="1"/>
          </p:nvPr>
        </p:nvSpPr>
        <p:spPr bwMode="gray">
          <a:xfrm>
            <a:off x="362271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3" name="Picture Placeholder" descr="This photo is a 'placeholder' only. Drag or drop your photo here, or click and tap the center to insert a photo.">
            <a:extLst>
              <a:ext uri="{FF2B5EF4-FFF2-40B4-BE49-F238E27FC236}">
                <a16:creationId xmlns:a16="http://schemas.microsoft.com/office/drawing/2014/main" id="{59431BFC-6034-2D48-B40D-D214B5BA49EA}"/>
              </a:ext>
            </a:extLst>
          </p:cNvPr>
          <p:cNvSpPr>
            <a:spLocks noGrp="1"/>
          </p:cNvSpPr>
          <p:nvPr>
            <p:ph type="pic" sz="quarter" idx="59" hasCustomPrompt="1"/>
          </p:nvPr>
        </p:nvSpPr>
        <p:spPr bwMode="gray">
          <a:xfrm>
            <a:off x="463419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4" name="Picture Placeholder" descr="This photo is a 'placeholder' only. Drag or drop your photo here, or click and tap the center to insert a photo.">
            <a:extLst>
              <a:ext uri="{FF2B5EF4-FFF2-40B4-BE49-F238E27FC236}">
                <a16:creationId xmlns:a16="http://schemas.microsoft.com/office/drawing/2014/main" id="{1E881A0D-AB0E-1544-945D-AFD48D4CD2F5}"/>
              </a:ext>
            </a:extLst>
          </p:cNvPr>
          <p:cNvSpPr>
            <a:spLocks noGrp="1"/>
          </p:cNvSpPr>
          <p:nvPr>
            <p:ph type="pic" sz="quarter" idx="60" hasCustomPrompt="1"/>
          </p:nvPr>
        </p:nvSpPr>
        <p:spPr bwMode="gray">
          <a:xfrm>
            <a:off x="5645683"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5" name="Picture Placeholder" descr="This photo is a 'placeholder' only. Drag or drop your photo here, or click and tap the center to insert a photo.">
            <a:extLst>
              <a:ext uri="{FF2B5EF4-FFF2-40B4-BE49-F238E27FC236}">
                <a16:creationId xmlns:a16="http://schemas.microsoft.com/office/drawing/2014/main" id="{764F7E33-6DCA-DF42-BB2E-C8EC136C0AAA}"/>
              </a:ext>
            </a:extLst>
          </p:cNvPr>
          <p:cNvSpPr>
            <a:spLocks noGrp="1"/>
          </p:cNvSpPr>
          <p:nvPr>
            <p:ph type="pic" sz="quarter" idx="61" hasCustomPrompt="1"/>
          </p:nvPr>
        </p:nvSpPr>
        <p:spPr bwMode="gray">
          <a:xfrm>
            <a:off x="665716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6" name="Picture Placeholder" descr="This photo is a 'placeholder' only. Drag or drop your photo here, or click and tap the center to insert a photo.">
            <a:extLst>
              <a:ext uri="{FF2B5EF4-FFF2-40B4-BE49-F238E27FC236}">
                <a16:creationId xmlns:a16="http://schemas.microsoft.com/office/drawing/2014/main" id="{AC86F5EF-AD62-294A-AE53-AD62F4600B0F}"/>
              </a:ext>
            </a:extLst>
          </p:cNvPr>
          <p:cNvSpPr>
            <a:spLocks noGrp="1"/>
          </p:cNvSpPr>
          <p:nvPr>
            <p:ph type="pic" sz="quarter" idx="62" hasCustomPrompt="1"/>
          </p:nvPr>
        </p:nvSpPr>
        <p:spPr bwMode="gray">
          <a:xfrm>
            <a:off x="7668651"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7" name="Picture Placeholder" descr="This photo is a 'placeholder' only. Drag or drop your photo here, or click and tap the center to insert a photo.">
            <a:extLst>
              <a:ext uri="{FF2B5EF4-FFF2-40B4-BE49-F238E27FC236}">
                <a16:creationId xmlns:a16="http://schemas.microsoft.com/office/drawing/2014/main" id="{2DDEFD37-0863-F949-AA96-5F73CC3B271A}"/>
              </a:ext>
            </a:extLst>
          </p:cNvPr>
          <p:cNvSpPr>
            <a:spLocks noGrp="1"/>
          </p:cNvSpPr>
          <p:nvPr>
            <p:ph type="pic" sz="quarter" idx="63" hasCustomPrompt="1"/>
          </p:nvPr>
        </p:nvSpPr>
        <p:spPr bwMode="gray">
          <a:xfrm>
            <a:off x="8680135"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8" name="Picture Placeholder" descr="This photo is a 'placeholder' only. Drag or drop your photo here, or click and tap the center to insert a photo.">
            <a:extLst>
              <a:ext uri="{FF2B5EF4-FFF2-40B4-BE49-F238E27FC236}">
                <a16:creationId xmlns:a16="http://schemas.microsoft.com/office/drawing/2014/main" id="{C7F81ABC-5057-6D45-AD46-29A54A126114}"/>
              </a:ext>
            </a:extLst>
          </p:cNvPr>
          <p:cNvSpPr>
            <a:spLocks noGrp="1"/>
          </p:cNvSpPr>
          <p:nvPr>
            <p:ph type="pic" sz="quarter" idx="64" hasCustomPrompt="1"/>
          </p:nvPr>
        </p:nvSpPr>
        <p:spPr bwMode="gray">
          <a:xfrm>
            <a:off x="9691619"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sp>
        <p:nvSpPr>
          <p:cNvPr id="79" name="Picture Placeholder" descr="This photo is a 'placeholder' only. Drag or drop your photo here, or click and tap the center to insert a photo.">
            <a:extLst>
              <a:ext uri="{FF2B5EF4-FFF2-40B4-BE49-F238E27FC236}">
                <a16:creationId xmlns:a16="http://schemas.microsoft.com/office/drawing/2014/main" id="{9866A0A0-C971-6B47-A279-161DD8E70EEB}"/>
              </a:ext>
            </a:extLst>
          </p:cNvPr>
          <p:cNvSpPr>
            <a:spLocks noGrp="1"/>
          </p:cNvSpPr>
          <p:nvPr>
            <p:ph type="pic" sz="quarter" idx="65" hasCustomPrompt="1"/>
          </p:nvPr>
        </p:nvSpPr>
        <p:spPr bwMode="gray">
          <a:xfrm>
            <a:off x="10703107" y="5323643"/>
            <a:ext cx="906233" cy="852256"/>
          </a:xfrm>
          <a:pattFill prst="wdUpDiag">
            <a:fgClr>
              <a:schemeClr val="accent1">
                <a:lumMod val="50000"/>
              </a:schemeClr>
            </a:fgClr>
            <a:bgClr>
              <a:schemeClr val="tx2">
                <a:lumMod val="50000"/>
              </a:schemeClr>
            </a:bgClr>
          </a:pattFill>
          <a:ln w="12700">
            <a:solidFill>
              <a:schemeClr val="bg1">
                <a:lumMod val="75000"/>
              </a:schemeClr>
            </a:solidFill>
            <a:miter lim="800000"/>
          </a:ln>
        </p:spPr>
        <p:txBody>
          <a:bodyPr lIns="91440" tIns="91440" rIns="91440" bIns="91440" anchor="ctr" anchorCtr="0">
            <a:noAutofit/>
          </a:bodyPr>
          <a:lstStyle>
            <a:lvl1pPr marL="0" indent="0" algn="ctr">
              <a:lnSpc>
                <a:spcPct val="100000"/>
              </a:lnSpc>
              <a:spcBef>
                <a:spcPts val="0"/>
              </a:spcBef>
              <a:buNone/>
              <a:defRPr sz="800" b="0">
                <a:solidFill>
                  <a:srgbClr val="FFFFFF"/>
                </a:solidFill>
                <a:latin typeface="+mn-lt"/>
                <a:cs typeface="Segoe UI" panose="020B0502040204020203" pitchFamily="34" charset="0"/>
              </a:defRPr>
            </a:lvl1pPr>
          </a:lstStyle>
          <a:p>
            <a:r>
              <a:rPr lang="en-US" dirty="0"/>
              <a:t>Drop Image</a:t>
            </a:r>
          </a:p>
        </p:txBody>
      </p:sp>
      <p:pic>
        <p:nvPicPr>
          <p:cNvPr id="25" name="Picture 24" descr="A picture containing text, clipart&#10;&#10;Description automatically generated">
            <a:extLst>
              <a:ext uri="{FF2B5EF4-FFF2-40B4-BE49-F238E27FC236}">
                <a16:creationId xmlns:a16="http://schemas.microsoft.com/office/drawing/2014/main" id="{B598498A-FA22-D4DA-FA61-484A6A7EB04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0652885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with Square Picture">
    <p:spTree>
      <p:nvGrpSpPr>
        <p:cNvPr id="1" name=""/>
        <p:cNvGrpSpPr/>
        <p:nvPr/>
      </p:nvGrpSpPr>
      <p:grpSpPr>
        <a:xfrm>
          <a:off x="0" y="0"/>
          <a:ext cx="0" cy="0"/>
          <a:chOff x="0" y="0"/>
          <a:chExt cx="0" cy="0"/>
        </a:xfrm>
      </p:grpSpPr>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5334000" y="0"/>
            <a:ext cx="6858000" cy="6858000"/>
          </a:xfrm>
          <a:pattFill prst="wdUpDiag">
            <a:fgClr>
              <a:schemeClr val="accent1">
                <a:lumMod val="50000"/>
              </a:schemeClr>
            </a:fgClr>
            <a:bgClr>
              <a:schemeClr val="tx2">
                <a:lumMod val="50000"/>
              </a:schemeClr>
            </a:bgClr>
          </a:pattFill>
        </p:spPr>
        <p:txBody>
          <a:bodyPr lIns="0" tIns="210312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Title 2">
            <a:extLst>
              <a:ext uri="{FF2B5EF4-FFF2-40B4-BE49-F238E27FC236}">
                <a16:creationId xmlns:a16="http://schemas.microsoft.com/office/drawing/2014/main" id="{935C9167-B5C7-4834-AC78-240C8C3EF11E}"/>
              </a:ext>
            </a:extLst>
          </p:cNvPr>
          <p:cNvSpPr>
            <a:spLocks noGrp="1"/>
          </p:cNvSpPr>
          <p:nvPr>
            <p:ph type="title"/>
          </p:nvPr>
        </p:nvSpPr>
        <p:spPr>
          <a:xfrm>
            <a:off x="588263" y="2262425"/>
            <a:ext cx="4158362" cy="861774"/>
          </a:xfrm>
        </p:spPr>
        <p:txBody>
          <a:bodyPr anchor="b"/>
          <a:lstStyle>
            <a:lvl1pPr>
              <a:defRPr/>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normAutofit/>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Tree>
    <p:extLst>
      <p:ext uri="{BB962C8B-B14F-4D97-AF65-F5344CB8AC3E}">
        <p14:creationId xmlns:p14="http://schemas.microsoft.com/office/powerpoint/2010/main" val="1308856586"/>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8" orient="horz" pos="2226">
          <p15:clr>
            <a:srgbClr val="5ACBF0"/>
          </p15:clr>
        </p15:guide>
        <p15:guide id="10" pos="3729">
          <p15:clr>
            <a:srgbClr val="C35EA4"/>
          </p15:clr>
        </p15:guide>
        <p15:guide id="11" pos="2993">
          <p15:clr>
            <a:srgbClr val="5ACBF0"/>
          </p15:clr>
        </p15:guide>
        <p15:guide id="12" pos="3543">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oduct/Feature - Square Photo">
    <p:spTree>
      <p:nvGrpSpPr>
        <p:cNvPr id="1" name=""/>
        <p:cNvGrpSpPr/>
        <p:nvPr/>
      </p:nvGrpSpPr>
      <p:grpSpPr>
        <a:xfrm>
          <a:off x="0" y="0"/>
          <a:ext cx="0" cy="0"/>
          <a:chOff x="0" y="0"/>
          <a:chExt cx="0" cy="0"/>
        </a:xfrm>
      </p:grpSpPr>
      <p:sp>
        <p:nvSpPr>
          <p:cNvPr id="8" name="Title 2">
            <a:extLst>
              <a:ext uri="{FF2B5EF4-FFF2-40B4-BE49-F238E27FC236}">
                <a16:creationId xmlns:a16="http://schemas.microsoft.com/office/drawing/2014/main" id="{2091FAC0-2210-AA45-95A9-B6A721525D07}"/>
              </a:ext>
            </a:extLst>
          </p:cNvPr>
          <p:cNvSpPr>
            <a:spLocks noGrp="1"/>
          </p:cNvSpPr>
          <p:nvPr>
            <p:ph type="title"/>
          </p:nvPr>
        </p:nvSpPr>
        <p:spPr>
          <a:xfrm>
            <a:off x="5638800" y="1028700"/>
            <a:ext cx="6259511" cy="914400"/>
          </a:xfrm>
        </p:spPr>
        <p:txBody>
          <a:bodyPr anchor="b">
            <a:normAutofit/>
          </a:bodyPr>
          <a:lstStyle>
            <a:lvl1pPr>
              <a:defRPr sz="2400"/>
            </a:lvl1pPr>
          </a:lstStyle>
          <a:p>
            <a:r>
              <a:rPr lang="en-US"/>
              <a:t>Click to edit Master title style</a:t>
            </a:r>
            <a:endParaRPr lang="en-US" dirty="0"/>
          </a:p>
        </p:txBody>
      </p:sp>
      <p:sp>
        <p:nvSpPr>
          <p:cNvPr id="6" name="Content Placeholder 4">
            <a:extLst>
              <a:ext uri="{FF2B5EF4-FFF2-40B4-BE49-F238E27FC236}">
                <a16:creationId xmlns:a16="http://schemas.microsoft.com/office/drawing/2014/main" id="{E0B0D8E2-424A-CE45-AD48-F95CCAF11354}"/>
              </a:ext>
            </a:extLst>
          </p:cNvPr>
          <p:cNvSpPr>
            <a:spLocks noGrp="1"/>
          </p:cNvSpPr>
          <p:nvPr>
            <p:ph sz="quarter" idx="12"/>
          </p:nvPr>
        </p:nvSpPr>
        <p:spPr>
          <a:xfrm>
            <a:off x="5638801" y="2299447"/>
            <a:ext cx="6259511" cy="3491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CC6E92E5-E859-445F-856B-33F974FA3AC2}"/>
              </a:ext>
            </a:extLst>
          </p:cNvPr>
          <p:cNvSpPr>
            <a:spLocks noGrp="1"/>
          </p:cNvSpPr>
          <p:nvPr>
            <p:ph type="pic" sz="quarter" idx="11" hasCustomPrompt="1"/>
          </p:nvPr>
        </p:nvSpPr>
        <p:spPr bwMode="gray">
          <a:xfrm>
            <a:off x="293688" y="1043675"/>
            <a:ext cx="5040311" cy="4740089"/>
          </a:xfrm>
          <a:pattFill prst="wdUpDiag">
            <a:fgClr>
              <a:schemeClr val="accent1">
                <a:lumMod val="50000"/>
              </a:schemeClr>
            </a:fgClr>
            <a:bgClr>
              <a:schemeClr val="tx2">
                <a:lumMod val="50000"/>
              </a:schemeClr>
            </a:bgClr>
          </a:pattFill>
        </p:spPr>
        <p:txBody>
          <a:bodyPr lIns="0" tIns="720000" rIns="0" anchor="t" anchorCtr="0">
            <a:noAutofit/>
          </a:bodyPr>
          <a:lstStyle>
            <a:lvl1pPr marL="0" indent="0" algn="ctr">
              <a:lnSpc>
                <a:spcPct val="100000"/>
              </a:lnSpc>
              <a:buNone/>
              <a:defRPr sz="12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pic>
        <p:nvPicPr>
          <p:cNvPr id="2" name="Picture 1" descr="A picture containing text, clipart&#10;&#10;Description automatically generated">
            <a:extLst>
              <a:ext uri="{FF2B5EF4-FFF2-40B4-BE49-F238E27FC236}">
                <a16:creationId xmlns:a16="http://schemas.microsoft.com/office/drawing/2014/main" id="{072A27EA-9A25-03D6-F6CD-53BB65C4234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723914347"/>
      </p:ext>
    </p:extLst>
  </p:cSld>
  <p:clrMapOvr>
    <a:masterClrMapping/>
  </p:clrMapOvr>
  <p:transition>
    <p:fade/>
  </p:transition>
  <p:extLst>
    <p:ext uri="{DCECCB84-F9BA-43D5-87BE-67443E8EF086}">
      <p15:sldGuideLst xmlns:p15="http://schemas.microsoft.com/office/powerpoint/2012/main">
        <p15:guide id="2" pos="3360">
          <p15:clr>
            <a:srgbClr val="FBAE40"/>
          </p15:clr>
        </p15:guide>
        <p15:guide id="6" orient="horz" pos="648" userDrawn="1">
          <p15:clr>
            <a:srgbClr val="5ACBF0"/>
          </p15:clr>
        </p15:guide>
        <p15:guide id="8" orient="horz" pos="3648" userDrawn="1">
          <p15:clr>
            <a:srgbClr val="5ACBF0"/>
          </p15:clr>
        </p15:guide>
        <p15:guide id="10" pos="3720" userDrawn="1">
          <p15:clr>
            <a:srgbClr val="C35EA4"/>
          </p15:clr>
        </p15:guide>
        <p15:guide id="11" pos="2993">
          <p15:clr>
            <a:srgbClr val="5ACBF0"/>
          </p15:clr>
        </p15:guide>
        <p15:guide id="12" pos="3552" userDrawn="1">
          <p15:clr>
            <a:srgbClr val="A4A3A4"/>
          </p15:clr>
        </p15:guide>
        <p15:guide id="14" orient="horz" pos="1440"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700493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Horizontal Photo, Lockup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3821381" y="5157216"/>
            <a:ext cx="7785402" cy="1111822"/>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0" y="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pic>
        <p:nvPicPr>
          <p:cNvPr id="5" name="Picture 4">
            <a:extLst>
              <a:ext uri="{FF2B5EF4-FFF2-40B4-BE49-F238E27FC236}">
                <a16:creationId xmlns:a16="http://schemas.microsoft.com/office/drawing/2014/main" id="{767D67B8-90AB-642F-D3C2-79B0D7999173}"/>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5217" y="5449153"/>
            <a:ext cx="2176078" cy="518616"/>
          </a:xfrm>
          <a:prstGeom prst="rect">
            <a:avLst/>
          </a:prstGeom>
        </p:spPr>
      </p:pic>
      <p:cxnSp>
        <p:nvCxnSpPr>
          <p:cNvPr id="6" name="Straight Connector 5">
            <a:extLst>
              <a:ext uri="{FF2B5EF4-FFF2-40B4-BE49-F238E27FC236}">
                <a16:creationId xmlns:a16="http://schemas.microsoft.com/office/drawing/2014/main" id="{951B2658-BBE5-FF50-3A49-A12C7B1EA044}"/>
              </a:ext>
            </a:extLst>
          </p:cNvPr>
          <p:cNvCxnSpPr/>
          <p:nvPr userDrawn="1"/>
        </p:nvCxnSpPr>
        <p:spPr>
          <a:xfrm>
            <a:off x="3418764" y="5137316"/>
            <a:ext cx="0" cy="1160060"/>
          </a:xfrm>
          <a:prstGeom prst="line">
            <a:avLst/>
          </a:prstGeom>
          <a:ln w="6350">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6980084"/>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gray">
          <a:xfrm>
            <a:off x="-2381" y="2286000"/>
            <a:ext cx="12192000" cy="4572000"/>
          </a:xfrm>
          <a:pattFill prst="wdUpDiag">
            <a:fgClr>
              <a:schemeClr val="accent1">
                <a:lumMod val="50000"/>
              </a:schemeClr>
            </a:fgClr>
            <a:bgClr>
              <a:schemeClr val="tx2">
                <a:lumMod val="50000"/>
              </a:schemeClr>
            </a:bgClr>
          </a:pattFill>
        </p:spPr>
        <p:txBody>
          <a:bodyPr vert="horz" wrap="square" lIns="0" tIns="720000" rIns="0" bIns="0" rtlCol="0" anchor="t" anchorCtr="0">
            <a:noAutofit/>
          </a:bodyPr>
          <a:lstStyle>
            <a:lvl1pPr marL="0" indent="0" algn="ctr">
              <a:buNone/>
              <a:defRPr lang="en-US" sz="12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3295567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486399"/>
            <a:ext cx="5367528" cy="782639"/>
          </a:xfrm>
        </p:spPr>
        <p:txBody>
          <a:bodyPr>
            <a:normAutofit/>
          </a:bodyPr>
          <a:lstStyle>
            <a:lvl1pPr marL="0" indent="0" algn="ctr">
              <a:spcBef>
                <a:spcPts val="0"/>
              </a:spcBef>
              <a:buNone/>
              <a:defRPr sz="20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39255" y="1822077"/>
            <a:ext cx="5367528" cy="3474720"/>
          </a:xfrm>
          <a:pattFill prst="wdUpDiag">
            <a:fgClr>
              <a:schemeClr val="accent1">
                <a:lumMod val="50000"/>
              </a:schemeClr>
            </a:fgClr>
            <a:bgClr>
              <a:schemeClr val="tx2">
                <a:lumMod val="50000"/>
              </a:schemeClr>
            </a:bgClr>
          </a:pattFill>
        </p:spPr>
        <p:txBody>
          <a:bodyPr vert="horz" wrap="square" lIns="0" tIns="720000" rIns="0" bIns="1188720" rtlCol="0" anchor="t" anchorCtr="0">
            <a:noAutofit/>
          </a:bodyPr>
          <a:lstStyle>
            <a:lvl1pPr marL="0" indent="0" algn="ctr">
              <a:buNone/>
              <a:defRPr lang="en-US" sz="1000" b="1" dirty="0">
                <a:solidFill>
                  <a:srgbClr val="FFFFFF"/>
                </a:solidFill>
              </a:defRPr>
            </a:lvl1pPr>
          </a:lstStyle>
          <a:p>
            <a:pPr marL="228600" lvl="0" indent="-228600" algn="ctr"/>
            <a:r>
              <a:rPr lang="en-US" dirty="0"/>
              <a:t>Drag and drop your photo here</a:t>
            </a:r>
            <a:br>
              <a:rPr lang="en-US" dirty="0"/>
            </a:br>
            <a:r>
              <a:rPr lang="en-US" dirty="0"/>
              <a:t>or click or tap icon below</a:t>
            </a:r>
            <a:br>
              <a:rPr lang="en-US" dirty="0"/>
            </a:br>
            <a:r>
              <a:rPr lang="en-US" dirty="0"/>
              <a:t>to insert</a:t>
            </a:r>
          </a:p>
        </p:txBody>
      </p:sp>
      <p:sp>
        <p:nvSpPr>
          <p:cNvPr id="2" name="Title 1">
            <a:extLst>
              <a:ext uri="{FF2B5EF4-FFF2-40B4-BE49-F238E27FC236}">
                <a16:creationId xmlns:a16="http://schemas.microsoft.com/office/drawing/2014/main" id="{6EE6852B-EA48-4DA0-85C5-B2B1A90798FC}"/>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639FD31F-D9C5-7581-C456-D6B4203F1B53}"/>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83976029"/>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3749">
          <p15:clr>
            <a:srgbClr val="5ACBF0"/>
          </p15:clr>
        </p15:guide>
        <p15:guide id="7" pos="3931">
          <p15:clr>
            <a:srgbClr val="5ACBF0"/>
          </p15:clr>
        </p15:guide>
        <p15:guide id="8" orient="horz" pos="1139" userDrawn="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4358640"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486400"/>
            <a:ext cx="3475037" cy="782638"/>
          </a:xfrm>
        </p:spPr>
        <p:txBody>
          <a:bodyPr>
            <a:noAutofit/>
          </a:bodyPr>
          <a:lstStyle>
            <a:lvl1pPr marL="0" indent="0" algn="ctr">
              <a:spcBef>
                <a:spcPts val="0"/>
              </a:spcBef>
              <a:buNone/>
              <a:defRPr sz="18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8132063" y="1815353"/>
            <a:ext cx="3474720" cy="3474720"/>
          </a:xfrm>
          <a:pattFill prst="wdUpDiag">
            <a:fgClr>
              <a:schemeClr val="accent1">
                <a:lumMod val="50000"/>
              </a:schemeClr>
            </a:fgClr>
            <a:bgClr>
              <a:schemeClr val="tx2">
                <a:lumMod val="50000"/>
              </a:schemeClr>
            </a:bgClr>
          </a:pattFill>
        </p:spPr>
        <p:txBody>
          <a:bodyPr lIns="0" tIns="720000" rIns="0" bIns="1005840" anchor="t" anchorCtr="0">
            <a:noAutofit/>
          </a:bodyPr>
          <a:lstStyle>
            <a:lvl1pPr marL="0" indent="0" algn="ctr">
              <a:lnSpc>
                <a:spcPct val="100000"/>
              </a:lnSpc>
              <a:buNone/>
              <a:defRPr sz="105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5D682FBC-A5FE-4949-90A0-2C7AE294D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EA5C0E5E-8E02-C45B-9DC3-C30B8953CC1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613122780"/>
      </p:ext>
    </p:extLst>
  </p:cSld>
  <p:clrMapOvr>
    <a:masterClrMapping/>
  </p:clrMapOvr>
  <p:transition>
    <p:fade/>
  </p:transition>
  <p:extLst>
    <p:ext uri="{DCECCB84-F9BA-43D5-87BE-67443E8EF086}">
      <p15:sldGuideLst xmlns:p15="http://schemas.microsoft.com/office/powerpoint/2012/main">
        <p15:guide id="3" orient="horz" pos="3456"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139" userDrawn="1">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 with headings">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1A0F91C1-B794-4B3E-A261-364FE4771323}"/>
              </a:ext>
            </a:extLst>
          </p:cNvPr>
          <p:cNvSpPr>
            <a:spLocks noGrp="1"/>
          </p:cNvSpPr>
          <p:nvPr>
            <p:ph type="body" sz="quarter" idx="10" hasCustomPrompt="1"/>
          </p:nvPr>
        </p:nvSpPr>
        <p:spPr>
          <a:xfrm>
            <a:off x="5842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7" name="Text Placeholder 6">
            <a:extLst>
              <a:ext uri="{FF2B5EF4-FFF2-40B4-BE49-F238E27FC236}">
                <a16:creationId xmlns:a16="http://schemas.microsoft.com/office/drawing/2014/main" id="{2047671E-2E0A-4489-899C-1D6A3B352222}"/>
              </a:ext>
            </a:extLst>
          </p:cNvPr>
          <p:cNvSpPr>
            <a:spLocks noGrp="1"/>
          </p:cNvSpPr>
          <p:nvPr>
            <p:ph type="body" sz="quarter" idx="11" hasCustomPrompt="1"/>
          </p:nvPr>
        </p:nvSpPr>
        <p:spPr>
          <a:xfrm>
            <a:off x="5842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17" name="Content Placeholder 16">
            <a:extLst>
              <a:ext uri="{FF2B5EF4-FFF2-40B4-BE49-F238E27FC236}">
                <a16:creationId xmlns:a16="http://schemas.microsoft.com/office/drawing/2014/main" id="{D194322E-67FD-4731-91FC-9B5B2B3A5FE6}"/>
              </a:ext>
            </a:extLst>
          </p:cNvPr>
          <p:cNvSpPr>
            <a:spLocks noGrp="1"/>
          </p:cNvSpPr>
          <p:nvPr>
            <p:ph sz="quarter" idx="12"/>
          </p:nvPr>
        </p:nvSpPr>
        <p:spPr>
          <a:xfrm>
            <a:off x="5842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8" name="Text Placeholder 4">
            <a:extLst>
              <a:ext uri="{FF2B5EF4-FFF2-40B4-BE49-F238E27FC236}">
                <a16:creationId xmlns:a16="http://schemas.microsoft.com/office/drawing/2014/main" id="{32968B98-448E-47A5-B9E2-F68A957DA805}"/>
              </a:ext>
            </a:extLst>
          </p:cNvPr>
          <p:cNvSpPr>
            <a:spLocks noGrp="1"/>
          </p:cNvSpPr>
          <p:nvPr>
            <p:ph type="body" sz="quarter" idx="13" hasCustomPrompt="1"/>
          </p:nvPr>
        </p:nvSpPr>
        <p:spPr>
          <a:xfrm>
            <a:off x="4356101" y="2024063"/>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19" name="Text Placeholder 6">
            <a:extLst>
              <a:ext uri="{FF2B5EF4-FFF2-40B4-BE49-F238E27FC236}">
                <a16:creationId xmlns:a16="http://schemas.microsoft.com/office/drawing/2014/main" id="{A09AF88B-94B0-4951-950E-0E6532572980}"/>
              </a:ext>
            </a:extLst>
          </p:cNvPr>
          <p:cNvSpPr>
            <a:spLocks noGrp="1"/>
          </p:cNvSpPr>
          <p:nvPr>
            <p:ph type="body" sz="quarter" idx="14" hasCustomPrompt="1"/>
          </p:nvPr>
        </p:nvSpPr>
        <p:spPr>
          <a:xfrm>
            <a:off x="4356100" y="2611569"/>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0" name="Content Placeholder 16">
            <a:extLst>
              <a:ext uri="{FF2B5EF4-FFF2-40B4-BE49-F238E27FC236}">
                <a16:creationId xmlns:a16="http://schemas.microsoft.com/office/drawing/2014/main" id="{1DFDCCC0-C216-43D7-9899-005148CAC5B0}"/>
              </a:ext>
            </a:extLst>
          </p:cNvPr>
          <p:cNvSpPr>
            <a:spLocks noGrp="1"/>
          </p:cNvSpPr>
          <p:nvPr>
            <p:ph sz="quarter" idx="15"/>
          </p:nvPr>
        </p:nvSpPr>
        <p:spPr>
          <a:xfrm>
            <a:off x="4356100" y="2945298"/>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1" name="Text Placeholder 4">
            <a:extLst>
              <a:ext uri="{FF2B5EF4-FFF2-40B4-BE49-F238E27FC236}">
                <a16:creationId xmlns:a16="http://schemas.microsoft.com/office/drawing/2014/main" id="{2841B3CC-F651-426F-BDBF-9505DCD7F924}"/>
              </a:ext>
            </a:extLst>
          </p:cNvPr>
          <p:cNvSpPr>
            <a:spLocks noGrp="1"/>
          </p:cNvSpPr>
          <p:nvPr>
            <p:ph type="body" sz="quarter" idx="16" hasCustomPrompt="1"/>
          </p:nvPr>
        </p:nvSpPr>
        <p:spPr>
          <a:xfrm>
            <a:off x="8128001" y="2029778"/>
            <a:ext cx="3475037" cy="307777"/>
          </a:xfrm>
        </p:spPr>
        <p:txBody>
          <a:bodyPr/>
          <a:lstStyle>
            <a:lvl1pPr marL="0" indent="0">
              <a:buNone/>
              <a:defRPr sz="2000" b="1"/>
            </a:lvl1pPr>
            <a:lvl2pPr marL="0" indent="0">
              <a:buNone/>
              <a:defRPr sz="2000" b="1"/>
            </a:lvl2pPr>
            <a:lvl3pPr marL="0" indent="0">
              <a:buNone/>
              <a:defRPr sz="2000" b="1"/>
            </a:lvl3pPr>
            <a:lvl4pPr marL="0" indent="0">
              <a:buNone/>
              <a:defRPr sz="2000" b="1"/>
            </a:lvl4pPr>
            <a:lvl5pPr marL="0" indent="0">
              <a:buNone/>
              <a:defRPr sz="2000" b="1"/>
            </a:lvl5pPr>
          </a:lstStyle>
          <a:p>
            <a:pPr lvl="0"/>
            <a:r>
              <a:rPr lang="en-US" dirty="0"/>
              <a:t>Click to edit heading </a:t>
            </a:r>
            <a:endParaRPr lang="en-GB" dirty="0"/>
          </a:p>
        </p:txBody>
      </p:sp>
      <p:sp>
        <p:nvSpPr>
          <p:cNvPr id="22" name="Text Placeholder 6">
            <a:extLst>
              <a:ext uri="{FF2B5EF4-FFF2-40B4-BE49-F238E27FC236}">
                <a16:creationId xmlns:a16="http://schemas.microsoft.com/office/drawing/2014/main" id="{0B321F9A-F25D-4EEF-BA80-BFBD772AAC7E}"/>
              </a:ext>
            </a:extLst>
          </p:cNvPr>
          <p:cNvSpPr>
            <a:spLocks noGrp="1"/>
          </p:cNvSpPr>
          <p:nvPr>
            <p:ph type="body" sz="quarter" idx="17" hasCustomPrompt="1"/>
          </p:nvPr>
        </p:nvSpPr>
        <p:spPr>
          <a:xfrm>
            <a:off x="8128000" y="2617284"/>
            <a:ext cx="479619" cy="54000"/>
          </a:xfrm>
          <a:solidFill>
            <a:schemeClr val="bg2"/>
          </a:solidFill>
        </p:spPr>
        <p:txBody>
          <a:bodyPr/>
          <a:lstStyle>
            <a:lvl1pPr marL="0" indent="0">
              <a:buNone/>
              <a:defRPr sz="100"/>
            </a:lvl1pPr>
            <a:lvl2pPr marL="0" indent="0">
              <a:buNone/>
              <a:defRPr sz="100"/>
            </a:lvl2pPr>
            <a:lvl3pPr marL="0" indent="0">
              <a:buNone/>
              <a:defRPr sz="100"/>
            </a:lvl3pPr>
            <a:lvl4pPr marL="0" indent="0">
              <a:buNone/>
              <a:defRPr sz="100"/>
            </a:lvl4pPr>
            <a:lvl5pPr marL="0" indent="0">
              <a:buNone/>
              <a:defRPr sz="100"/>
            </a:lvl5pPr>
          </a:lstStyle>
          <a:p>
            <a:pPr lvl="0"/>
            <a:r>
              <a:rPr lang="en-GB" dirty="0"/>
              <a:t> </a:t>
            </a:r>
          </a:p>
        </p:txBody>
      </p:sp>
      <p:sp>
        <p:nvSpPr>
          <p:cNvPr id="23" name="Content Placeholder 16">
            <a:extLst>
              <a:ext uri="{FF2B5EF4-FFF2-40B4-BE49-F238E27FC236}">
                <a16:creationId xmlns:a16="http://schemas.microsoft.com/office/drawing/2014/main" id="{7324DA3D-8837-4E90-8B42-BC383F017C2B}"/>
              </a:ext>
            </a:extLst>
          </p:cNvPr>
          <p:cNvSpPr>
            <a:spLocks noGrp="1"/>
          </p:cNvSpPr>
          <p:nvPr>
            <p:ph sz="quarter" idx="18"/>
          </p:nvPr>
        </p:nvSpPr>
        <p:spPr>
          <a:xfrm>
            <a:off x="8128000" y="2951013"/>
            <a:ext cx="3475037" cy="2788752"/>
          </a:xfrm>
        </p:spPr>
        <p:txBody>
          <a:bodyPr/>
          <a:lstStyle>
            <a:lvl1pPr>
              <a:defRPr sz="1000"/>
            </a:lvl1pPr>
            <a:lvl2pPr>
              <a:defRPr sz="1000"/>
            </a:lvl2pPr>
            <a:lvl3pPr>
              <a:defRPr sz="800"/>
            </a:lvl3pPr>
            <a:lvl4pPr>
              <a:defRPr sz="800"/>
            </a:lvl4pPr>
            <a:lvl5pPr>
              <a:defRPr sz="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0CC2C5B4-0CEA-48E6-9BA2-F8B9CA5BE0B5}"/>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5618E84E-C602-EEFD-DA07-5A1A142489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568486435"/>
      </p:ext>
    </p:extLst>
  </p:cSld>
  <p:clrMapOvr>
    <a:masterClrMapping/>
  </p:clrMapOvr>
  <p:transition>
    <p:fade/>
  </p:transition>
  <p:extLst>
    <p:ext uri="{DCECCB84-F9BA-43D5-87BE-67443E8EF086}">
      <p15:sldGuideLst xmlns:p15="http://schemas.microsoft.com/office/powerpoint/2012/main">
        <p15:guide id="3" orient="horz" pos="3612" userDrawn="1">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842" userDrawn="1">
          <p15:clr>
            <a:srgbClr val="5ACBF0"/>
          </p15:clr>
        </p15:guide>
        <p15:guide id="11" orient="horz" pos="1275"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Products">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0CA3A818-AA31-4BF6-A4C4-C805CCA29124}"/>
              </a:ext>
            </a:extLst>
          </p:cNvPr>
          <p:cNvSpPr/>
          <p:nvPr userDrawn="1"/>
        </p:nvSpPr>
        <p:spPr>
          <a:xfrm>
            <a:off x="588387"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Text Placeholder 3">
            <a:extLst>
              <a:ext uri="{FF2B5EF4-FFF2-40B4-BE49-F238E27FC236}">
                <a16:creationId xmlns:a16="http://schemas.microsoft.com/office/drawing/2014/main" id="{7B003B0A-786C-4C57-B303-7A366B39C7DD}"/>
              </a:ext>
            </a:extLst>
          </p:cNvPr>
          <p:cNvSpPr>
            <a:spLocks noGrp="1"/>
          </p:cNvSpPr>
          <p:nvPr>
            <p:ph type="body" sz="quarter" idx="22" hasCustomPrompt="1"/>
          </p:nvPr>
        </p:nvSpPr>
        <p:spPr>
          <a:xfrm>
            <a:off x="585217"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Text Placeholder 6">
            <a:extLst>
              <a:ext uri="{FF2B5EF4-FFF2-40B4-BE49-F238E27FC236}">
                <a16:creationId xmlns:a16="http://schemas.microsoft.com/office/drawing/2014/main" id="{583C52E2-057A-4B53-8F31-B05DF775242F}"/>
              </a:ext>
            </a:extLst>
          </p:cNvPr>
          <p:cNvSpPr>
            <a:spLocks noGrp="1"/>
          </p:cNvSpPr>
          <p:nvPr>
            <p:ph type="body" sz="quarter" idx="16"/>
          </p:nvPr>
        </p:nvSpPr>
        <p:spPr>
          <a:xfrm>
            <a:off x="816555"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2" name="Rectangle 21">
            <a:extLst>
              <a:ext uri="{FF2B5EF4-FFF2-40B4-BE49-F238E27FC236}">
                <a16:creationId xmlns:a16="http://schemas.microsoft.com/office/drawing/2014/main" id="{C5D58E01-097F-41EB-809A-E7059986FF1B}"/>
              </a:ext>
            </a:extLst>
          </p:cNvPr>
          <p:cNvSpPr/>
          <p:nvPr userDrawn="1"/>
        </p:nvSpPr>
        <p:spPr bwMode="auto">
          <a:xfrm>
            <a:off x="588387"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816555"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3" name="Rectangle 22">
            <a:extLst>
              <a:ext uri="{FF2B5EF4-FFF2-40B4-BE49-F238E27FC236}">
                <a16:creationId xmlns:a16="http://schemas.microsoft.com/office/drawing/2014/main" id="{7EEE3E95-B158-4C86-84DF-A9A13E023DB6}"/>
              </a:ext>
            </a:extLst>
          </p:cNvPr>
          <p:cNvSpPr/>
          <p:nvPr userDrawn="1"/>
        </p:nvSpPr>
        <p:spPr>
          <a:xfrm>
            <a:off x="4359071" y="1361256"/>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6" name="Text Placeholder 6">
            <a:extLst>
              <a:ext uri="{FF2B5EF4-FFF2-40B4-BE49-F238E27FC236}">
                <a16:creationId xmlns:a16="http://schemas.microsoft.com/office/drawing/2014/main" id="{721E2461-F046-4629-B68B-D8EE0ED76B5C}"/>
              </a:ext>
            </a:extLst>
          </p:cNvPr>
          <p:cNvSpPr>
            <a:spLocks noGrp="1"/>
          </p:cNvSpPr>
          <p:nvPr>
            <p:ph type="body" sz="quarter" idx="17"/>
          </p:nvPr>
        </p:nvSpPr>
        <p:spPr>
          <a:xfrm>
            <a:off x="4587239" y="3898077"/>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7" name="Rectangle 26">
            <a:extLst>
              <a:ext uri="{FF2B5EF4-FFF2-40B4-BE49-F238E27FC236}">
                <a16:creationId xmlns:a16="http://schemas.microsoft.com/office/drawing/2014/main" id="{2F76B0EA-9AD2-41EB-ADA3-35F181847420}"/>
              </a:ext>
            </a:extLst>
          </p:cNvPr>
          <p:cNvSpPr/>
          <p:nvPr userDrawn="1"/>
        </p:nvSpPr>
        <p:spPr bwMode="auto">
          <a:xfrm>
            <a:off x="4359071" y="2001337"/>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28" name="Picture Placeholder" descr="This photo is a 'placeholder' only. Drag or drop your photo here, or click and tap the center to insert a photo.">
            <a:extLst>
              <a:ext uri="{FF2B5EF4-FFF2-40B4-BE49-F238E27FC236}">
                <a16:creationId xmlns:a16="http://schemas.microsoft.com/office/drawing/2014/main" id="{D6D6B7E8-8355-48AE-AA16-7F356A160BC0}"/>
              </a:ext>
            </a:extLst>
          </p:cNvPr>
          <p:cNvSpPr>
            <a:spLocks noGrp="1"/>
          </p:cNvSpPr>
          <p:nvPr>
            <p:ph type="pic" sz="quarter" idx="18" hasCustomPrompt="1"/>
          </p:nvPr>
        </p:nvSpPr>
        <p:spPr bwMode="gray">
          <a:xfrm>
            <a:off x="4587239" y="2166685"/>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9" name="Rectangle 28">
            <a:extLst>
              <a:ext uri="{FF2B5EF4-FFF2-40B4-BE49-F238E27FC236}">
                <a16:creationId xmlns:a16="http://schemas.microsoft.com/office/drawing/2014/main" id="{6D0F26A8-11EC-43E1-8523-7B0228D9735B}"/>
              </a:ext>
            </a:extLst>
          </p:cNvPr>
          <p:cNvSpPr/>
          <p:nvPr userDrawn="1"/>
        </p:nvSpPr>
        <p:spPr>
          <a:xfrm>
            <a:off x="8129756" y="1355289"/>
            <a:ext cx="3473857" cy="4297680"/>
          </a:xfrm>
          <a:prstGeom prst="rect">
            <a:avLst/>
          </a:prstGeom>
          <a:solidFill>
            <a:srgbClr val="19181C"/>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2" name="Text Placeholder 6">
            <a:extLst>
              <a:ext uri="{FF2B5EF4-FFF2-40B4-BE49-F238E27FC236}">
                <a16:creationId xmlns:a16="http://schemas.microsoft.com/office/drawing/2014/main" id="{B08E5BD0-8E67-461B-B922-64413A6BE117}"/>
              </a:ext>
            </a:extLst>
          </p:cNvPr>
          <p:cNvSpPr>
            <a:spLocks noGrp="1"/>
          </p:cNvSpPr>
          <p:nvPr>
            <p:ph type="body" sz="quarter" idx="19"/>
          </p:nvPr>
        </p:nvSpPr>
        <p:spPr>
          <a:xfrm>
            <a:off x="8357924" y="3892110"/>
            <a:ext cx="3017520" cy="1598666"/>
          </a:xfrm>
        </p:spPr>
        <p:txBody>
          <a:bodyPr>
            <a:noAutofit/>
          </a:bodyPr>
          <a:lstStyle>
            <a:lvl1pPr>
              <a:defRPr sz="1400"/>
            </a:lvl1pPr>
            <a:lvl2pPr>
              <a:defRPr sz="1200"/>
            </a:lvl2pPr>
            <a:lvl3pPr>
              <a:defRPr sz="105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3" name="Rectangle 32">
            <a:extLst>
              <a:ext uri="{FF2B5EF4-FFF2-40B4-BE49-F238E27FC236}">
                <a16:creationId xmlns:a16="http://schemas.microsoft.com/office/drawing/2014/main" id="{2A17C328-65EC-49F9-96BC-655F5BDAE853}"/>
              </a:ext>
            </a:extLst>
          </p:cNvPr>
          <p:cNvSpPr/>
          <p:nvPr userDrawn="1"/>
        </p:nvSpPr>
        <p:spPr bwMode="auto">
          <a:xfrm>
            <a:off x="8129756" y="1995370"/>
            <a:ext cx="3473857" cy="1737360"/>
          </a:xfrm>
          <a:prstGeom prst="rect">
            <a:avLst/>
          </a:prstGeom>
          <a:gradFill flip="none" rotWithShape="1">
            <a:gsLst>
              <a:gs pos="100000">
                <a:srgbClr val="8D8C95">
                  <a:alpha val="2745"/>
                </a:srgbClr>
              </a:gs>
              <a:gs pos="0">
                <a:srgbClr val="8D8C95">
                  <a:alpha val="12941"/>
                </a:srgbClr>
              </a:gs>
            </a:gsLst>
            <a:lin ang="16200000" scaled="1"/>
            <a:tileRect/>
          </a:gradFill>
          <a:ln w="6350">
            <a:noFill/>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32472"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gradFill>
                <a:gsLst>
                  <a:gs pos="0">
                    <a:srgbClr val="FFFFFF"/>
                  </a:gs>
                  <a:gs pos="100000">
                    <a:srgbClr val="FFFFFF"/>
                  </a:gs>
                </a:gsLst>
                <a:lin ang="5400000" scaled="0"/>
              </a:gradFill>
              <a:effectLst/>
              <a:uLnTx/>
              <a:uFillTx/>
              <a:latin typeface="Arial" panose="020B0604020202020204"/>
              <a:ea typeface="Segoe UI" pitchFamily="34" charset="0"/>
              <a:cs typeface="Segoe UI" pitchFamily="34" charset="0"/>
            </a:endParaRPr>
          </a:p>
        </p:txBody>
      </p:sp>
      <p:sp>
        <p:nvSpPr>
          <p:cNvPr id="34" name="Picture Placeholder" descr="This photo is a 'placeholder' only. Drag or drop your photo here, or click and tap the center to insert a photo.">
            <a:extLst>
              <a:ext uri="{FF2B5EF4-FFF2-40B4-BE49-F238E27FC236}">
                <a16:creationId xmlns:a16="http://schemas.microsoft.com/office/drawing/2014/main" id="{9E0EE21D-2571-4587-82C6-AF23D68068EF}"/>
              </a:ext>
            </a:extLst>
          </p:cNvPr>
          <p:cNvSpPr>
            <a:spLocks noGrp="1"/>
          </p:cNvSpPr>
          <p:nvPr>
            <p:ph type="pic" sz="quarter" idx="20" hasCustomPrompt="1"/>
          </p:nvPr>
        </p:nvSpPr>
        <p:spPr bwMode="gray">
          <a:xfrm>
            <a:off x="8357924" y="2160718"/>
            <a:ext cx="3017520" cy="1394729"/>
          </a:xfrm>
          <a:pattFill prst="wdUpDiag">
            <a:fgClr>
              <a:schemeClr val="accent1">
                <a:lumMod val="50000"/>
              </a:schemeClr>
            </a:fgClr>
            <a:bgClr>
              <a:schemeClr val="tx2">
                <a:lumMod val="50000"/>
              </a:schemeClr>
            </a:bgClr>
          </a:pattFill>
        </p:spPr>
        <p:txBody>
          <a:bodyPr lIns="0" tIns="180000" rIns="0" bIns="1005840" anchor="ctr" anchorCtr="0">
            <a:noAutofit/>
          </a:bodyPr>
          <a:lstStyle>
            <a:lvl1pPr marL="0" indent="0" algn="ctr">
              <a:lnSpc>
                <a:spcPct val="100000"/>
              </a:lnSpc>
              <a:spcBef>
                <a:spcPts val="0"/>
              </a:spcBef>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4" name="Text Placeholder 3">
            <a:extLst>
              <a:ext uri="{FF2B5EF4-FFF2-40B4-BE49-F238E27FC236}">
                <a16:creationId xmlns:a16="http://schemas.microsoft.com/office/drawing/2014/main" id="{0AA714D4-57F9-4476-BAC0-86F4ED06D1EB}"/>
              </a:ext>
            </a:extLst>
          </p:cNvPr>
          <p:cNvSpPr>
            <a:spLocks noGrp="1"/>
          </p:cNvSpPr>
          <p:nvPr>
            <p:ph type="body" sz="quarter" idx="21"/>
          </p:nvPr>
        </p:nvSpPr>
        <p:spPr>
          <a:xfrm>
            <a:off x="588381" y="5812349"/>
            <a:ext cx="11015231" cy="487868"/>
          </a:xfrm>
        </p:spPr>
        <p:txBody>
          <a:bodyPr anchor="ctr" anchorCtr="0">
            <a:noAutofit/>
          </a:bodyPr>
          <a:lstStyle>
            <a:lvl1pPr marL="0" indent="0" algn="ctr">
              <a:buNone/>
              <a:defRPr sz="2800"/>
            </a:lvl1pPr>
            <a:lvl2pPr marL="0" indent="0" algn="ctr">
              <a:buNone/>
              <a:defRPr sz="2800"/>
            </a:lvl2pPr>
            <a:lvl3pPr marL="0" indent="0" algn="ctr">
              <a:buNone/>
              <a:defRPr sz="2800"/>
            </a:lvl3pPr>
            <a:lvl4pPr marL="0" indent="0" algn="ctr">
              <a:buNone/>
              <a:defRPr sz="2800"/>
            </a:lvl4pPr>
            <a:lvl5pPr marL="0" indent="0" algn="ctr">
              <a:buNone/>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6" name="Text Placeholder 3">
            <a:extLst>
              <a:ext uri="{FF2B5EF4-FFF2-40B4-BE49-F238E27FC236}">
                <a16:creationId xmlns:a16="http://schemas.microsoft.com/office/drawing/2014/main" id="{82B82D46-6BE4-4842-99AA-5D585A8411A9}"/>
              </a:ext>
            </a:extLst>
          </p:cNvPr>
          <p:cNvSpPr>
            <a:spLocks noGrp="1"/>
          </p:cNvSpPr>
          <p:nvPr>
            <p:ph type="body" sz="quarter" idx="23" hasCustomPrompt="1"/>
          </p:nvPr>
        </p:nvSpPr>
        <p:spPr>
          <a:xfrm>
            <a:off x="4355901"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7" name="Text Placeholder 3">
            <a:extLst>
              <a:ext uri="{FF2B5EF4-FFF2-40B4-BE49-F238E27FC236}">
                <a16:creationId xmlns:a16="http://schemas.microsoft.com/office/drawing/2014/main" id="{2921C6F5-BAE0-41B0-A919-ABDAF35DADBC}"/>
              </a:ext>
            </a:extLst>
          </p:cNvPr>
          <p:cNvSpPr>
            <a:spLocks noGrp="1"/>
          </p:cNvSpPr>
          <p:nvPr>
            <p:ph type="body" sz="quarter" idx="24" hasCustomPrompt="1"/>
          </p:nvPr>
        </p:nvSpPr>
        <p:spPr>
          <a:xfrm>
            <a:off x="8132925" y="1304926"/>
            <a:ext cx="3473857" cy="690444"/>
          </a:xfrm>
          <a:solidFill>
            <a:srgbClr val="242428"/>
          </a:solidFill>
        </p:spPr>
        <p:txBody>
          <a:bodyPr lIns="72000" tIns="72000" rIns="72000" bIns="72000" anchor="ctr" anchorCtr="0">
            <a:noAutofit/>
          </a:bodyPr>
          <a:lstStyle>
            <a:lvl1pPr marL="0" indent="0" algn="ctr">
              <a:buNone/>
              <a:defRPr sz="1800" b="1"/>
            </a:lvl1pPr>
            <a:lvl2pPr marL="0" indent="0" algn="ctr">
              <a:buNone/>
              <a:defRPr sz="1800" b="1"/>
            </a:lvl2pPr>
            <a:lvl3pPr marL="0" indent="0" algn="ctr">
              <a:buNone/>
              <a:defRPr sz="1800" b="1"/>
            </a:lvl3pPr>
            <a:lvl4pPr marL="0" indent="0" algn="ctr">
              <a:buNone/>
              <a:defRPr sz="1800" b="1"/>
            </a:lvl4pPr>
            <a:lvl5pPr marL="0" indent="0" algn="ctr">
              <a:buNone/>
              <a:defRPr sz="1800" b="1"/>
            </a:lvl5pPr>
          </a:lstStyle>
          <a:p>
            <a:pPr lvl="0"/>
            <a:r>
              <a:rPr lang="en-US" dirty="0"/>
              <a:t>Click to add heading</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8" name="Title 1">
            <a:extLst>
              <a:ext uri="{FF2B5EF4-FFF2-40B4-BE49-F238E27FC236}">
                <a16:creationId xmlns:a16="http://schemas.microsoft.com/office/drawing/2014/main" id="{3C91994A-3654-4C3E-A312-4B73609F510F}"/>
              </a:ext>
            </a:extLst>
          </p:cNvPr>
          <p:cNvSpPr>
            <a:spLocks noGrp="1"/>
          </p:cNvSpPr>
          <p:nvPr>
            <p:ph type="title"/>
          </p:nvPr>
        </p:nvSpPr>
        <p:spPr>
          <a:xfrm>
            <a:off x="588263" y="591790"/>
            <a:ext cx="11018520" cy="430887"/>
          </a:xfrm>
        </p:spPr>
        <p:txBody>
          <a:bodyPr anchor="t"/>
          <a:lstStyle/>
          <a:p>
            <a:r>
              <a:rPr lang="en-US"/>
              <a:t>Click to edit Master title style</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1DCF18E0-53B0-CA09-B057-06DC49AD5734}"/>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297005379"/>
      </p:ext>
    </p:extLst>
  </p:cSld>
  <p:clrMapOvr>
    <a:masterClrMapping/>
  </p:clrMapOvr>
  <p:transition>
    <p:fade/>
  </p:transition>
  <p:extLst>
    <p:ext uri="{DCECCB84-F9BA-43D5-87BE-67443E8EF086}">
      <p15:sldGuideLst xmlns:p15="http://schemas.microsoft.com/office/powerpoint/2012/main">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822">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gray">
          <a:xfrm>
            <a:off x="582612"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gray">
          <a:xfrm>
            <a:off x="3413908"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gray">
          <a:xfrm>
            <a:off x="6245204"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543640"/>
            <a:ext cx="2532888" cy="1725397"/>
          </a:xfrm>
        </p:spPr>
        <p:txBody>
          <a:bodyPr>
            <a:normAutofit/>
          </a:bodyPr>
          <a:lstStyle>
            <a:lvl1pPr marL="0" indent="0" algn="ctr">
              <a:spcBef>
                <a:spcPts val="0"/>
              </a:spcBef>
              <a:buNone/>
              <a:defRPr sz="1600"/>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gray">
          <a:xfrm>
            <a:off x="9076500" y="1815353"/>
            <a:ext cx="2532888" cy="2532888"/>
          </a:xfrm>
          <a:pattFill prst="wdUpDiag">
            <a:fgClr>
              <a:schemeClr val="accent1">
                <a:lumMod val="50000"/>
              </a:schemeClr>
            </a:fgClr>
            <a:bgClr>
              <a:schemeClr val="tx2">
                <a:lumMod val="50000"/>
              </a:schemeClr>
            </a:bgClr>
          </a:pattFill>
        </p:spPr>
        <p:txBody>
          <a:bodyPr lIns="0" tIns="360000" rIns="0" bIns="0" anchor="t" anchorCtr="0">
            <a:noAutofit/>
          </a:bodyPr>
          <a:lstStyle>
            <a:lvl1pPr marL="0" indent="0" algn="ctr">
              <a:lnSpc>
                <a:spcPct val="100000"/>
              </a:lnSpc>
              <a:buNone/>
              <a:defRPr sz="1000" b="1">
                <a:solidFill>
                  <a:srgbClr val="FFFFFF"/>
                </a:solidFill>
                <a:latin typeface="+mn-lt"/>
                <a:cs typeface="Segoe UI" panose="020B0502040204020203" pitchFamily="34" charset="0"/>
              </a:defRPr>
            </a:lvl1pPr>
          </a:lstStyle>
          <a:p>
            <a:r>
              <a:rPr lang="en-US" dirty="0"/>
              <a:t>Dag &amp; drop your photo here </a:t>
            </a:r>
            <a:br>
              <a:rPr lang="en-US" dirty="0"/>
            </a:br>
            <a:r>
              <a:rPr lang="en-US" dirty="0"/>
              <a:t>or click or tap icon below </a:t>
            </a:r>
            <a:br>
              <a:rPr lang="en-US" dirty="0"/>
            </a:br>
            <a:r>
              <a:rPr lang="en-US" dirty="0"/>
              <a:t>to insert</a:t>
            </a:r>
          </a:p>
        </p:txBody>
      </p:sp>
      <p:sp>
        <p:nvSpPr>
          <p:cNvPr id="2" name="Title 1">
            <a:extLst>
              <a:ext uri="{FF2B5EF4-FFF2-40B4-BE49-F238E27FC236}">
                <a16:creationId xmlns:a16="http://schemas.microsoft.com/office/drawing/2014/main" id="{D829770F-45CE-4505-A3E9-DB203881F259}"/>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C112B4FC-613C-9CF8-41B7-970931817B9A}"/>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027357400"/>
      </p:ext>
    </p:extLst>
  </p:cSld>
  <p:clrMapOvr>
    <a:masterClrMapping/>
  </p:clrMapOvr>
  <p:transition>
    <p:fade/>
  </p:transition>
  <p:extLst>
    <p:ext uri="{DCECCB84-F9BA-43D5-87BE-67443E8EF086}">
      <p15:sldGuideLst xmlns:p15="http://schemas.microsoft.com/office/powerpoint/2012/main">
        <p15:guide id="3" orient="horz" pos="2856" userDrawn="1">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39"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corecar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A09B8F0-E785-4993-A9CA-BE8D371B2F1C}"/>
              </a:ext>
            </a:extLst>
          </p:cNvPr>
          <p:cNvSpPr/>
          <p:nvPr userDrawn="1"/>
        </p:nvSpPr>
        <p:spPr bwMode="auto">
          <a:xfrm>
            <a:off x="72575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AB6082FB-3119-4714-B0C0-D572EC975527}"/>
              </a:ext>
            </a:extLst>
          </p:cNvPr>
          <p:cNvSpPr/>
          <p:nvPr userDrawn="1"/>
        </p:nvSpPr>
        <p:spPr bwMode="auto">
          <a:xfrm>
            <a:off x="58826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a:extLst>
              <a:ext uri="{FF2B5EF4-FFF2-40B4-BE49-F238E27FC236}">
                <a16:creationId xmlns:a16="http://schemas.microsoft.com/office/drawing/2014/main" id="{4E020223-B6E5-4A3F-B38B-BD07D5D6594D}"/>
              </a:ext>
            </a:extLst>
          </p:cNvPr>
          <p:cNvSpPr>
            <a:spLocks noGrp="1"/>
          </p:cNvSpPr>
          <p:nvPr>
            <p:ph type="body" sz="quarter" idx="10" hasCustomPrompt="1"/>
          </p:nvPr>
        </p:nvSpPr>
        <p:spPr>
          <a:xfrm>
            <a:off x="92765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7" name="Text Placeholder 6">
            <a:extLst>
              <a:ext uri="{FF2B5EF4-FFF2-40B4-BE49-F238E27FC236}">
                <a16:creationId xmlns:a16="http://schemas.microsoft.com/office/drawing/2014/main" id="{B52C7966-C4D7-49C0-B78C-2335EC912200}"/>
              </a:ext>
            </a:extLst>
          </p:cNvPr>
          <p:cNvSpPr>
            <a:spLocks noGrp="1"/>
          </p:cNvSpPr>
          <p:nvPr>
            <p:ph type="body" sz="quarter" idx="11" hasCustomPrompt="1"/>
          </p:nvPr>
        </p:nvSpPr>
        <p:spPr>
          <a:xfrm>
            <a:off x="139044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19" name="Text Placeholder 18">
            <a:extLst>
              <a:ext uri="{FF2B5EF4-FFF2-40B4-BE49-F238E27FC236}">
                <a16:creationId xmlns:a16="http://schemas.microsoft.com/office/drawing/2014/main" id="{453DD438-6A23-4472-B641-263CA368D719}"/>
              </a:ext>
            </a:extLst>
          </p:cNvPr>
          <p:cNvSpPr>
            <a:spLocks noGrp="1"/>
          </p:cNvSpPr>
          <p:nvPr>
            <p:ph type="body" sz="quarter" idx="12"/>
          </p:nvPr>
        </p:nvSpPr>
        <p:spPr>
          <a:xfrm>
            <a:off x="139044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0" name="Rectangle 19">
            <a:extLst>
              <a:ext uri="{FF2B5EF4-FFF2-40B4-BE49-F238E27FC236}">
                <a16:creationId xmlns:a16="http://schemas.microsoft.com/office/drawing/2014/main" id="{A1976077-CE80-43B8-9EE5-625D9EBF3AFE}"/>
              </a:ext>
            </a:extLst>
          </p:cNvPr>
          <p:cNvSpPr/>
          <p:nvPr userDrawn="1"/>
        </p:nvSpPr>
        <p:spPr bwMode="auto">
          <a:xfrm>
            <a:off x="588263"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1" name="Rectangle 20">
            <a:extLst>
              <a:ext uri="{FF2B5EF4-FFF2-40B4-BE49-F238E27FC236}">
                <a16:creationId xmlns:a16="http://schemas.microsoft.com/office/drawing/2014/main" id="{4A4A6B61-EF71-4B61-BCE3-366255FDF1EC}"/>
              </a:ext>
            </a:extLst>
          </p:cNvPr>
          <p:cNvSpPr/>
          <p:nvPr userDrawn="1"/>
        </p:nvSpPr>
        <p:spPr bwMode="auto">
          <a:xfrm>
            <a:off x="725755"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2" name="Text Placeholder 4">
            <a:extLst>
              <a:ext uri="{FF2B5EF4-FFF2-40B4-BE49-F238E27FC236}">
                <a16:creationId xmlns:a16="http://schemas.microsoft.com/office/drawing/2014/main" id="{40B7D3AE-CE8F-4AFB-89D1-7B9F5309DE17}"/>
              </a:ext>
            </a:extLst>
          </p:cNvPr>
          <p:cNvSpPr>
            <a:spLocks noGrp="1"/>
          </p:cNvSpPr>
          <p:nvPr>
            <p:ph type="body" sz="quarter" idx="13" hasCustomPrompt="1"/>
          </p:nvPr>
        </p:nvSpPr>
        <p:spPr>
          <a:xfrm>
            <a:off x="927657"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3" name="Text Placeholder 6">
            <a:extLst>
              <a:ext uri="{FF2B5EF4-FFF2-40B4-BE49-F238E27FC236}">
                <a16:creationId xmlns:a16="http://schemas.microsoft.com/office/drawing/2014/main" id="{6CF9214B-A0AA-4B6C-B28E-D4EBC5ADE430}"/>
              </a:ext>
            </a:extLst>
          </p:cNvPr>
          <p:cNvSpPr>
            <a:spLocks noGrp="1"/>
          </p:cNvSpPr>
          <p:nvPr>
            <p:ph type="body" sz="quarter" idx="14" hasCustomPrompt="1"/>
          </p:nvPr>
        </p:nvSpPr>
        <p:spPr>
          <a:xfrm>
            <a:off x="1390443"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4" name="Text Placeholder 18">
            <a:extLst>
              <a:ext uri="{FF2B5EF4-FFF2-40B4-BE49-F238E27FC236}">
                <a16:creationId xmlns:a16="http://schemas.microsoft.com/office/drawing/2014/main" id="{C4CC4422-DCB4-43AA-AAD9-BCD5D2AA4B9C}"/>
              </a:ext>
            </a:extLst>
          </p:cNvPr>
          <p:cNvSpPr>
            <a:spLocks noGrp="1"/>
          </p:cNvSpPr>
          <p:nvPr>
            <p:ph type="body" sz="quarter" idx="15"/>
          </p:nvPr>
        </p:nvSpPr>
        <p:spPr>
          <a:xfrm>
            <a:off x="1390444"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5" name="Rectangle 24">
            <a:extLst>
              <a:ext uri="{FF2B5EF4-FFF2-40B4-BE49-F238E27FC236}">
                <a16:creationId xmlns:a16="http://schemas.microsoft.com/office/drawing/2014/main" id="{A4805574-3B72-481E-A744-EA088066496F}"/>
              </a:ext>
            </a:extLst>
          </p:cNvPr>
          <p:cNvSpPr/>
          <p:nvPr userDrawn="1"/>
        </p:nvSpPr>
        <p:spPr bwMode="auto">
          <a:xfrm>
            <a:off x="4493592"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6" name="Rectangle 25">
            <a:extLst>
              <a:ext uri="{FF2B5EF4-FFF2-40B4-BE49-F238E27FC236}">
                <a16:creationId xmlns:a16="http://schemas.microsoft.com/office/drawing/2014/main" id="{8BB8D822-4AF5-4132-A5BC-447AFB46D9A1}"/>
              </a:ext>
            </a:extLst>
          </p:cNvPr>
          <p:cNvSpPr/>
          <p:nvPr userDrawn="1"/>
        </p:nvSpPr>
        <p:spPr bwMode="auto">
          <a:xfrm>
            <a:off x="4356100"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27" name="Text Placeholder 4">
            <a:extLst>
              <a:ext uri="{FF2B5EF4-FFF2-40B4-BE49-F238E27FC236}">
                <a16:creationId xmlns:a16="http://schemas.microsoft.com/office/drawing/2014/main" id="{885CB766-3BA7-4C6E-981C-12B89BBC0EB7}"/>
              </a:ext>
            </a:extLst>
          </p:cNvPr>
          <p:cNvSpPr>
            <a:spLocks noGrp="1"/>
          </p:cNvSpPr>
          <p:nvPr>
            <p:ph type="body" sz="quarter" idx="16" hasCustomPrompt="1"/>
          </p:nvPr>
        </p:nvSpPr>
        <p:spPr>
          <a:xfrm>
            <a:off x="4695494"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28" name="Text Placeholder 6">
            <a:extLst>
              <a:ext uri="{FF2B5EF4-FFF2-40B4-BE49-F238E27FC236}">
                <a16:creationId xmlns:a16="http://schemas.microsoft.com/office/drawing/2014/main" id="{8844DE8E-38F4-4A62-9864-CF5DC11D85AD}"/>
              </a:ext>
            </a:extLst>
          </p:cNvPr>
          <p:cNvSpPr>
            <a:spLocks noGrp="1"/>
          </p:cNvSpPr>
          <p:nvPr>
            <p:ph type="body" sz="quarter" idx="17" hasCustomPrompt="1"/>
          </p:nvPr>
        </p:nvSpPr>
        <p:spPr>
          <a:xfrm>
            <a:off x="5158280"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29" name="Text Placeholder 18">
            <a:extLst>
              <a:ext uri="{FF2B5EF4-FFF2-40B4-BE49-F238E27FC236}">
                <a16:creationId xmlns:a16="http://schemas.microsoft.com/office/drawing/2014/main" id="{D1DCB16E-3178-4977-908B-DCB9D5BE6598}"/>
              </a:ext>
            </a:extLst>
          </p:cNvPr>
          <p:cNvSpPr>
            <a:spLocks noGrp="1"/>
          </p:cNvSpPr>
          <p:nvPr>
            <p:ph type="body" sz="quarter" idx="18"/>
          </p:nvPr>
        </p:nvSpPr>
        <p:spPr>
          <a:xfrm>
            <a:off x="5158281"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0" name="Rectangle 29">
            <a:extLst>
              <a:ext uri="{FF2B5EF4-FFF2-40B4-BE49-F238E27FC236}">
                <a16:creationId xmlns:a16="http://schemas.microsoft.com/office/drawing/2014/main" id="{C3833F72-DCBA-4AB2-B21A-B550376D8C87}"/>
              </a:ext>
            </a:extLst>
          </p:cNvPr>
          <p:cNvSpPr/>
          <p:nvPr userDrawn="1"/>
        </p:nvSpPr>
        <p:spPr bwMode="auto">
          <a:xfrm>
            <a:off x="4502417" y="38989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1" name="Rectangle 30">
            <a:extLst>
              <a:ext uri="{FF2B5EF4-FFF2-40B4-BE49-F238E27FC236}">
                <a16:creationId xmlns:a16="http://schemas.microsoft.com/office/drawing/2014/main" id="{14259E61-6078-44AA-A8F7-193579B7AE28}"/>
              </a:ext>
            </a:extLst>
          </p:cNvPr>
          <p:cNvSpPr/>
          <p:nvPr userDrawn="1"/>
        </p:nvSpPr>
        <p:spPr bwMode="auto">
          <a:xfrm>
            <a:off x="4364925" y="38989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Text Placeholder 4">
            <a:extLst>
              <a:ext uri="{FF2B5EF4-FFF2-40B4-BE49-F238E27FC236}">
                <a16:creationId xmlns:a16="http://schemas.microsoft.com/office/drawing/2014/main" id="{E4A82533-F2BF-4E0A-BA3B-0430252D7581}"/>
              </a:ext>
            </a:extLst>
          </p:cNvPr>
          <p:cNvSpPr>
            <a:spLocks noGrp="1"/>
          </p:cNvSpPr>
          <p:nvPr>
            <p:ph type="body" sz="quarter" idx="19" hasCustomPrompt="1"/>
          </p:nvPr>
        </p:nvSpPr>
        <p:spPr>
          <a:xfrm>
            <a:off x="4704319" y="40410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3" name="Text Placeholder 6">
            <a:extLst>
              <a:ext uri="{FF2B5EF4-FFF2-40B4-BE49-F238E27FC236}">
                <a16:creationId xmlns:a16="http://schemas.microsoft.com/office/drawing/2014/main" id="{B3A0E84D-D831-421C-9A30-9491AAAF8088}"/>
              </a:ext>
            </a:extLst>
          </p:cNvPr>
          <p:cNvSpPr>
            <a:spLocks noGrp="1"/>
          </p:cNvSpPr>
          <p:nvPr>
            <p:ph type="body" sz="quarter" idx="20" hasCustomPrompt="1"/>
          </p:nvPr>
        </p:nvSpPr>
        <p:spPr>
          <a:xfrm>
            <a:off x="5167105" y="41293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4" name="Text Placeholder 18">
            <a:extLst>
              <a:ext uri="{FF2B5EF4-FFF2-40B4-BE49-F238E27FC236}">
                <a16:creationId xmlns:a16="http://schemas.microsoft.com/office/drawing/2014/main" id="{BCDABBF1-093E-49D4-A19B-3B845261213D}"/>
              </a:ext>
            </a:extLst>
          </p:cNvPr>
          <p:cNvSpPr>
            <a:spLocks noGrp="1"/>
          </p:cNvSpPr>
          <p:nvPr>
            <p:ph type="body" sz="quarter" idx="21"/>
          </p:nvPr>
        </p:nvSpPr>
        <p:spPr>
          <a:xfrm>
            <a:off x="5167106" y="48280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35" name="Rectangle 34">
            <a:extLst>
              <a:ext uri="{FF2B5EF4-FFF2-40B4-BE49-F238E27FC236}">
                <a16:creationId xmlns:a16="http://schemas.microsoft.com/office/drawing/2014/main" id="{34FBA965-A892-4051-B1FD-FD4306CA19AF}"/>
              </a:ext>
            </a:extLst>
          </p:cNvPr>
          <p:cNvSpPr/>
          <p:nvPr userDrawn="1"/>
        </p:nvSpPr>
        <p:spPr bwMode="auto">
          <a:xfrm>
            <a:off x="8275905" y="1714500"/>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6" name="Rectangle 35">
            <a:extLst>
              <a:ext uri="{FF2B5EF4-FFF2-40B4-BE49-F238E27FC236}">
                <a16:creationId xmlns:a16="http://schemas.microsoft.com/office/drawing/2014/main" id="{F6BE5E53-DE80-4281-9FEC-7ACDD1067819}"/>
              </a:ext>
            </a:extLst>
          </p:cNvPr>
          <p:cNvSpPr/>
          <p:nvPr userDrawn="1"/>
        </p:nvSpPr>
        <p:spPr bwMode="auto">
          <a:xfrm>
            <a:off x="8138413" y="1714500"/>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37" name="Text Placeholder 4">
            <a:extLst>
              <a:ext uri="{FF2B5EF4-FFF2-40B4-BE49-F238E27FC236}">
                <a16:creationId xmlns:a16="http://schemas.microsoft.com/office/drawing/2014/main" id="{4C1E6F08-6F2F-4B8B-9D87-C030E94DF10E}"/>
              </a:ext>
            </a:extLst>
          </p:cNvPr>
          <p:cNvSpPr>
            <a:spLocks noGrp="1"/>
          </p:cNvSpPr>
          <p:nvPr>
            <p:ph type="body" sz="quarter" idx="22" hasCustomPrompt="1"/>
          </p:nvPr>
        </p:nvSpPr>
        <p:spPr>
          <a:xfrm>
            <a:off x="8477807" y="1856689"/>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38" name="Text Placeholder 6">
            <a:extLst>
              <a:ext uri="{FF2B5EF4-FFF2-40B4-BE49-F238E27FC236}">
                <a16:creationId xmlns:a16="http://schemas.microsoft.com/office/drawing/2014/main" id="{2D06001F-6138-4D6F-A243-7FFE1D81CCE8}"/>
              </a:ext>
            </a:extLst>
          </p:cNvPr>
          <p:cNvSpPr>
            <a:spLocks noGrp="1"/>
          </p:cNvSpPr>
          <p:nvPr>
            <p:ph type="body" sz="quarter" idx="23" hasCustomPrompt="1"/>
          </p:nvPr>
        </p:nvSpPr>
        <p:spPr>
          <a:xfrm>
            <a:off x="8940593" y="1944971"/>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39" name="Text Placeholder 18">
            <a:extLst>
              <a:ext uri="{FF2B5EF4-FFF2-40B4-BE49-F238E27FC236}">
                <a16:creationId xmlns:a16="http://schemas.microsoft.com/office/drawing/2014/main" id="{7841B3D9-6CC3-427F-B428-8C3FDE4BE069}"/>
              </a:ext>
            </a:extLst>
          </p:cNvPr>
          <p:cNvSpPr>
            <a:spLocks noGrp="1"/>
          </p:cNvSpPr>
          <p:nvPr>
            <p:ph type="body" sz="quarter" idx="24"/>
          </p:nvPr>
        </p:nvSpPr>
        <p:spPr>
          <a:xfrm>
            <a:off x="8940594" y="2643619"/>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0" name="Rectangle 39">
            <a:extLst>
              <a:ext uri="{FF2B5EF4-FFF2-40B4-BE49-F238E27FC236}">
                <a16:creationId xmlns:a16="http://schemas.microsoft.com/office/drawing/2014/main" id="{441224F9-6A4C-4C65-8E42-6E3D85470B57}"/>
              </a:ext>
            </a:extLst>
          </p:cNvPr>
          <p:cNvSpPr/>
          <p:nvPr userDrawn="1"/>
        </p:nvSpPr>
        <p:spPr bwMode="auto">
          <a:xfrm>
            <a:off x="8270254" y="3895725"/>
            <a:ext cx="3333483" cy="1981200"/>
          </a:xfrm>
          <a:prstGeom prst="rect">
            <a:avLst/>
          </a:prstGeom>
          <a:solidFill>
            <a:schemeClr val="bg2">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Rectangle 40">
            <a:extLst>
              <a:ext uri="{FF2B5EF4-FFF2-40B4-BE49-F238E27FC236}">
                <a16:creationId xmlns:a16="http://schemas.microsoft.com/office/drawing/2014/main" id="{A2903A56-607B-4490-BE1F-86412530286F}"/>
              </a:ext>
            </a:extLst>
          </p:cNvPr>
          <p:cNvSpPr/>
          <p:nvPr userDrawn="1"/>
        </p:nvSpPr>
        <p:spPr bwMode="auto">
          <a:xfrm>
            <a:off x="8132762" y="3895725"/>
            <a:ext cx="137492" cy="1981200"/>
          </a:xfrm>
          <a:prstGeom prst="rect">
            <a:avLst/>
          </a:prstGeom>
          <a:pattFill prst="wdUpDiag">
            <a:fgClr>
              <a:schemeClr val="bg2">
                <a:lumMod val="50000"/>
              </a:schemeClr>
            </a:fgClr>
            <a:bgClr>
              <a:schemeClr val="bg2"/>
            </a:bgClr>
          </a:patt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Text Placeholder 4">
            <a:extLst>
              <a:ext uri="{FF2B5EF4-FFF2-40B4-BE49-F238E27FC236}">
                <a16:creationId xmlns:a16="http://schemas.microsoft.com/office/drawing/2014/main" id="{DE7C2246-8982-4ECB-88AC-EB1C473C2B55}"/>
              </a:ext>
            </a:extLst>
          </p:cNvPr>
          <p:cNvSpPr>
            <a:spLocks noGrp="1"/>
          </p:cNvSpPr>
          <p:nvPr>
            <p:ph type="body" sz="quarter" idx="25" hasCustomPrompt="1"/>
          </p:nvPr>
        </p:nvSpPr>
        <p:spPr>
          <a:xfrm>
            <a:off x="8472156" y="4037914"/>
            <a:ext cx="425773" cy="677108"/>
          </a:xfrm>
        </p:spPr>
        <p:txBody>
          <a:bodyPr>
            <a:noAutofit/>
          </a:bodyPr>
          <a:lstStyle>
            <a:lvl1pPr marL="0" indent="0">
              <a:buNone/>
              <a:defRPr sz="4400" b="1">
                <a:solidFill>
                  <a:schemeClr val="bg2">
                    <a:lumMod val="40000"/>
                    <a:lumOff val="60000"/>
                  </a:schemeClr>
                </a:solidFill>
              </a:defRPr>
            </a:lvl1pPr>
            <a:lvl2pPr marL="0" indent="0">
              <a:buNone/>
              <a:defRPr sz="4400" b="1">
                <a:solidFill>
                  <a:schemeClr val="bg1">
                    <a:lumMod val="85000"/>
                  </a:schemeClr>
                </a:solidFill>
              </a:defRPr>
            </a:lvl2pPr>
            <a:lvl3pPr marL="0" indent="0">
              <a:buNone/>
              <a:defRPr sz="4400" b="1">
                <a:solidFill>
                  <a:schemeClr val="bg1">
                    <a:lumMod val="85000"/>
                  </a:schemeClr>
                </a:solidFill>
              </a:defRPr>
            </a:lvl3pPr>
            <a:lvl4pPr marL="0" indent="0">
              <a:buNone/>
              <a:defRPr sz="4400" b="1">
                <a:solidFill>
                  <a:schemeClr val="bg1">
                    <a:lumMod val="85000"/>
                  </a:schemeClr>
                </a:solidFill>
              </a:defRPr>
            </a:lvl4pPr>
            <a:lvl5pPr marL="0" indent="0">
              <a:buNone/>
              <a:defRPr sz="4400" b="1">
                <a:solidFill>
                  <a:schemeClr val="bg1">
                    <a:lumMod val="85000"/>
                  </a:schemeClr>
                </a:solidFill>
              </a:defRPr>
            </a:lvl5pPr>
          </a:lstStyle>
          <a:p>
            <a:pPr lvl="0"/>
            <a:r>
              <a:rPr lang="en-US" dirty="0"/>
              <a:t>#</a:t>
            </a:r>
            <a:endParaRPr lang="en-GB" dirty="0"/>
          </a:p>
        </p:txBody>
      </p:sp>
      <p:sp>
        <p:nvSpPr>
          <p:cNvPr id="43" name="Text Placeholder 6">
            <a:extLst>
              <a:ext uri="{FF2B5EF4-FFF2-40B4-BE49-F238E27FC236}">
                <a16:creationId xmlns:a16="http://schemas.microsoft.com/office/drawing/2014/main" id="{709DFA2F-B194-435C-9191-8090148D15FA}"/>
              </a:ext>
            </a:extLst>
          </p:cNvPr>
          <p:cNvSpPr>
            <a:spLocks noGrp="1"/>
          </p:cNvSpPr>
          <p:nvPr>
            <p:ph type="body" sz="quarter" idx="26" hasCustomPrompt="1"/>
          </p:nvPr>
        </p:nvSpPr>
        <p:spPr>
          <a:xfrm>
            <a:off x="8934942" y="4126196"/>
            <a:ext cx="2593370" cy="595027"/>
          </a:xfrm>
        </p:spPr>
        <p:txBody>
          <a:bodyPr/>
          <a:lstStyle>
            <a:lvl1pPr marL="0" indent="0">
              <a:buNone/>
              <a:defRPr lang="en-US" sz="1600" b="1" dirty="0" smtClean="0">
                <a:solidFill>
                  <a:schemeClr val="tx1"/>
                </a:solidFill>
              </a:defRPr>
            </a:lvl1pPr>
            <a:lvl2pPr marL="0" indent="0">
              <a:buNone/>
              <a:defRPr lang="en-GB" sz="1600" b="1" dirty="0"/>
            </a:lvl2pPr>
            <a:lvl3pPr marL="0" indent="0">
              <a:buNone/>
              <a:defRPr sz="1600" b="1"/>
            </a:lvl3pPr>
            <a:lvl4pPr marL="0" indent="0">
              <a:buNone/>
              <a:defRPr sz="1600" b="1"/>
            </a:lvl4pPr>
            <a:lvl5pPr marL="0" indent="0">
              <a:buNone/>
              <a:defRPr sz="1600" b="1"/>
            </a:lvl5pPr>
          </a:lstStyle>
          <a:p>
            <a:pPr lvl="0"/>
            <a:r>
              <a:rPr lang="en-US" dirty="0"/>
              <a:t>Click to add heading</a:t>
            </a:r>
            <a:endParaRPr lang="en-GB" dirty="0"/>
          </a:p>
        </p:txBody>
      </p:sp>
      <p:sp>
        <p:nvSpPr>
          <p:cNvPr id="44" name="Text Placeholder 18">
            <a:extLst>
              <a:ext uri="{FF2B5EF4-FFF2-40B4-BE49-F238E27FC236}">
                <a16:creationId xmlns:a16="http://schemas.microsoft.com/office/drawing/2014/main" id="{66A57C42-7CBF-4742-80C3-46C15991F8E9}"/>
              </a:ext>
            </a:extLst>
          </p:cNvPr>
          <p:cNvSpPr>
            <a:spLocks noGrp="1"/>
          </p:cNvSpPr>
          <p:nvPr>
            <p:ph type="body" sz="quarter" idx="27"/>
          </p:nvPr>
        </p:nvSpPr>
        <p:spPr>
          <a:xfrm>
            <a:off x="8934943" y="4824844"/>
            <a:ext cx="2593370" cy="968261"/>
          </a:xfrm>
        </p:spPr>
        <p:txBody>
          <a:bodyPr>
            <a:noAutofit/>
          </a:bodyPr>
          <a:lstStyle>
            <a:lvl1pPr marL="0" indent="0">
              <a:lnSpc>
                <a:spcPct val="130000"/>
              </a:lnSpc>
              <a:buNone/>
              <a:defRPr sz="1000">
                <a:solidFill>
                  <a:schemeClr val="tx1"/>
                </a:solidFill>
              </a:defRPr>
            </a:lvl1pPr>
            <a:lvl2pPr marL="0" indent="0">
              <a:lnSpc>
                <a:spcPct val="130000"/>
              </a:lnSpc>
              <a:buNone/>
              <a:defRPr sz="1000">
                <a:solidFill>
                  <a:schemeClr val="tx1"/>
                </a:solidFill>
              </a:defRPr>
            </a:lvl2pPr>
            <a:lvl3pPr marL="0" indent="0">
              <a:lnSpc>
                <a:spcPct val="130000"/>
              </a:lnSpc>
              <a:buNone/>
              <a:defRPr sz="1000">
                <a:solidFill>
                  <a:schemeClr val="tx1"/>
                </a:solidFill>
              </a:defRPr>
            </a:lvl3pPr>
            <a:lvl4pPr marL="0" indent="0">
              <a:lnSpc>
                <a:spcPct val="130000"/>
              </a:lnSpc>
              <a:buNone/>
              <a:defRPr sz="1000">
                <a:solidFill>
                  <a:schemeClr val="tx1"/>
                </a:solidFill>
              </a:defRPr>
            </a:lvl4pPr>
            <a:lvl5pPr marL="0" indent="0">
              <a:lnSpc>
                <a:spcPct val="130000"/>
              </a:lnSpc>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a:extLst>
              <a:ext uri="{FF2B5EF4-FFF2-40B4-BE49-F238E27FC236}">
                <a16:creationId xmlns:a16="http://schemas.microsoft.com/office/drawing/2014/main" id="{108E6D12-E7E5-4852-90CA-46E41D32C7F8}"/>
              </a:ext>
            </a:extLst>
          </p:cNvPr>
          <p:cNvSpPr>
            <a:spLocks noGrp="1"/>
          </p:cNvSpPr>
          <p:nvPr>
            <p:ph type="title"/>
          </p:nvPr>
        </p:nvSpPr>
        <p:spPr/>
        <p:txBody>
          <a:bodyPr/>
          <a:lstStyle/>
          <a:p>
            <a:r>
              <a:rPr lang="en-US"/>
              <a:t>Click to edit Master title style</a:t>
            </a:r>
          </a:p>
        </p:txBody>
      </p:sp>
      <p:pic>
        <p:nvPicPr>
          <p:cNvPr id="3" name="Picture 2" descr="A picture containing text, clipart&#10;&#10;Description automatically generated">
            <a:extLst>
              <a:ext uri="{FF2B5EF4-FFF2-40B4-BE49-F238E27FC236}">
                <a16:creationId xmlns:a16="http://schemas.microsoft.com/office/drawing/2014/main" id="{767728E6-D31B-A5A2-A1BB-1AFEEB2F1185}"/>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146365264"/>
      </p:ext>
    </p:extLst>
  </p:cSld>
  <p:clrMapOvr>
    <a:masterClrMapping/>
  </p:clrMapOvr>
  <p:transition>
    <p:fade/>
  </p:transition>
  <p:extLst>
    <p:ext uri="{DCECCB84-F9BA-43D5-87BE-67443E8EF086}">
      <p15:sldGuideLst xmlns:p15="http://schemas.microsoft.com/office/powerpoint/2012/main">
        <p15:guide id="3" orient="horz" pos="3702" userDrawn="1">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1071" userDrawn="1">
          <p15:clr>
            <a:srgbClr val="5ACBF0"/>
          </p15:clr>
        </p15:guide>
        <p15:guide id="11" orient="horz" pos="2455"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52C923CE-7CB3-4CF0-AAA2-722B1683A109}"/>
              </a:ext>
            </a:extLst>
          </p:cNvPr>
          <p:cNvSpPr>
            <a:spLocks noGrp="1"/>
          </p:cNvSpPr>
          <p:nvPr>
            <p:ph type="body" sz="quarter" idx="13" hasCustomPrompt="1"/>
          </p:nvPr>
        </p:nvSpPr>
        <p:spPr>
          <a:xfrm>
            <a:off x="8115300" y="2017713"/>
            <a:ext cx="3494088" cy="4251325"/>
          </a:xfrm>
        </p:spPr>
        <p:txBody>
          <a:bodyPr>
            <a:normAutofit/>
          </a:bodyPr>
          <a:lstStyle>
            <a:lvl1pPr marL="0" indent="0">
              <a:buFontTx/>
              <a:buNone/>
              <a:defRPr sz="1800"/>
            </a:lvl1pPr>
          </a:lstStyle>
          <a:p>
            <a:pPr lvl="0"/>
            <a:r>
              <a:rPr lang="en-US" dirty="0"/>
              <a:t>Add a caption</a:t>
            </a:r>
          </a:p>
        </p:txBody>
      </p:sp>
      <p:sp>
        <p:nvSpPr>
          <p:cNvPr id="3" name="Picture Placeholder 2" descr="This screenshot is a 'placeholder' only. Drag or drop your screen shot here, or click and tap the center to insert a photo.">
            <a:extLst>
              <a:ext uri="{FF2B5EF4-FFF2-40B4-BE49-F238E27FC236}">
                <a16:creationId xmlns:a16="http://schemas.microsoft.com/office/drawing/2014/main" id="{32952E5A-3BE5-4580-872E-DC3A31E8D445}"/>
              </a:ext>
            </a:extLst>
          </p:cNvPr>
          <p:cNvSpPr>
            <a:spLocks noGrp="1"/>
          </p:cNvSpPr>
          <p:nvPr>
            <p:ph type="pic" sz="quarter" idx="12" hasCustomPrompt="1"/>
          </p:nvPr>
        </p:nvSpPr>
        <p:spPr bwMode="gray">
          <a:xfrm>
            <a:off x="582612" y="1436688"/>
            <a:ext cx="7253288" cy="4832350"/>
          </a:xfrm>
          <a:pattFill prst="wdUpDiag">
            <a:fgClr>
              <a:schemeClr val="accent1">
                <a:lumMod val="50000"/>
              </a:schemeClr>
            </a:fgClr>
            <a:bgClr>
              <a:schemeClr val="tx2">
                <a:lumMod val="50000"/>
              </a:schemeClr>
            </a:bgClr>
          </a:pattFill>
        </p:spPr>
        <p:txBody>
          <a:bodyPr tIns="720000" bIns="1005840" anchor="t" anchorCtr="0">
            <a:noAutofit/>
          </a:bodyPr>
          <a:lstStyle>
            <a:lvl1pPr marL="0" indent="0" algn="ctr">
              <a:buNone/>
              <a:defRPr sz="1200" b="1">
                <a:solidFill>
                  <a:srgbClr val="FFFFFF"/>
                </a:solidFill>
              </a:defRPr>
            </a:lvl1pPr>
          </a:lstStyle>
          <a:p>
            <a:r>
              <a:rPr lang="en-US" dirty="0"/>
              <a:t>Drag &amp; drop a</a:t>
            </a:r>
            <a:br>
              <a:rPr lang="en-US" dirty="0"/>
            </a:br>
            <a:r>
              <a:rPr lang="en-US" dirty="0"/>
              <a:t>screenshot here</a:t>
            </a:r>
            <a:br>
              <a:rPr lang="en-US" dirty="0"/>
            </a:br>
            <a:r>
              <a:rPr lang="en-US" dirty="0"/>
              <a:t>or click or tap icon</a:t>
            </a:r>
            <a:br>
              <a:rPr lang="en-US" dirty="0"/>
            </a:br>
            <a:r>
              <a:rPr lang="en-US" dirty="0"/>
              <a:t>below to insert</a:t>
            </a:r>
          </a:p>
        </p:txBody>
      </p:sp>
      <p:pic>
        <p:nvPicPr>
          <p:cNvPr id="2" name="Picture 1" descr="A picture containing text, clipart&#10;&#10;Description automatically generated">
            <a:extLst>
              <a:ext uri="{FF2B5EF4-FFF2-40B4-BE49-F238E27FC236}">
                <a16:creationId xmlns:a16="http://schemas.microsoft.com/office/drawing/2014/main" id="{248D9AB6-52A1-91EE-AE98-B0B0BE05AD7C}"/>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633176217"/>
      </p:ext>
    </p:extLst>
  </p:cSld>
  <p:clrMapOvr>
    <a:masterClrMapping/>
  </p:clrMapOvr>
  <p:transition>
    <p:fade/>
  </p:transition>
  <p:extLst>
    <p:ext uri="{DCECCB84-F9BA-43D5-87BE-67443E8EF086}">
      <p15:sldGuideLst xmlns:p15="http://schemas.microsoft.com/office/powerpoint/2012/main">
        <p15:guide id="20" pos="4937">
          <p15:clr>
            <a:srgbClr val="5ACBF0"/>
          </p15:clr>
        </p15:guide>
        <p15:guide id="21" pos="5112">
          <p15:clr>
            <a:srgbClr val="5ACBF0"/>
          </p15:clr>
        </p15:guide>
        <p15:guide id="28" orient="horz" pos="905">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31026A-4A74-439D-A8F5-DB82A03E713C}"/>
              </a:ext>
            </a:extLst>
          </p:cNvPr>
          <p:cNvSpPr>
            <a:spLocks noGrp="1"/>
          </p:cNvSpPr>
          <p:nvPr>
            <p:ph type="title"/>
          </p:nvPr>
        </p:nvSpPr>
        <p:spPr>
          <a:xfrm>
            <a:off x="584200" y="2131029"/>
            <a:ext cx="3468956" cy="861774"/>
          </a:xfrm>
        </p:spPr>
        <p:txBody>
          <a:bodyPr anchor="t"/>
          <a:lstStyle>
            <a:lvl1pPr>
              <a:defRPr sz="2800">
                <a:solidFill>
                  <a:schemeClr val="tx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A08DBB0A-21C9-483B-83DA-E59B5C357879}"/>
              </a:ext>
            </a:extLst>
          </p:cNvPr>
          <p:cNvSpPr>
            <a:spLocks noGrp="1"/>
          </p:cNvSpPr>
          <p:nvPr>
            <p:ph type="body" sz="quarter" idx="10"/>
          </p:nvPr>
        </p:nvSpPr>
        <p:spPr>
          <a:xfrm>
            <a:off x="4646104" y="2131028"/>
            <a:ext cx="6961188" cy="3980641"/>
          </a:xfrm>
        </p:spPr>
        <p:txBody>
          <a:bodyPr>
            <a:normAutofit/>
          </a:bodyPr>
          <a:lstStyle>
            <a:lvl1pPr marL="320040" indent="-320040">
              <a:spcAft>
                <a:spcPts val="1200"/>
              </a:spcAft>
              <a:buFont typeface="+mj-lt"/>
              <a:buAutoNum type="arabicPeriod"/>
              <a:defRPr sz="2000"/>
            </a:lvl1pPr>
            <a:lvl2pPr marL="228600" indent="0">
              <a:buNone/>
              <a:defRPr/>
            </a:lvl2pPr>
          </a:lstStyle>
          <a:p>
            <a:pPr lvl="0"/>
            <a:r>
              <a:rPr lang="en-US"/>
              <a:t>Click to edit Master text styles</a:t>
            </a:r>
          </a:p>
        </p:txBody>
      </p:sp>
      <p:cxnSp>
        <p:nvCxnSpPr>
          <p:cNvPr id="4" name="Straight Connector 3">
            <a:extLst>
              <a:ext uri="{FF2B5EF4-FFF2-40B4-BE49-F238E27FC236}">
                <a16:creationId xmlns:a16="http://schemas.microsoft.com/office/drawing/2014/main" id="{B9FD800B-7DF4-487A-ADA4-F44FB0D5A337}"/>
              </a:ext>
              <a:ext uri="{C183D7F6-B498-43B3-948B-1728B52AA6E4}">
                <adec:decorative xmlns:adec="http://schemas.microsoft.com/office/drawing/2017/decorative" val="1"/>
              </a:ext>
            </a:extLst>
          </p:cNvPr>
          <p:cNvCxnSpPr/>
          <p:nvPr userDrawn="1"/>
        </p:nvCxnSpPr>
        <p:spPr>
          <a:xfrm>
            <a:off x="588263" y="1842902"/>
            <a:ext cx="3477325" cy="0"/>
          </a:xfrm>
          <a:prstGeom prst="line">
            <a:avLst/>
          </a:prstGeom>
          <a:ln w="63500">
            <a:solidFill>
              <a:schemeClr val="accent1">
                <a:lumMod val="20000"/>
                <a:lumOff val="8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17D0DD9-81B9-4F58-9346-51EE2B8F81A3}"/>
              </a:ext>
              <a:ext uri="{C183D7F6-B498-43B3-948B-1728B52AA6E4}">
                <adec:decorative xmlns:adec="http://schemas.microsoft.com/office/drawing/2017/decorative" val="1"/>
              </a:ext>
            </a:extLst>
          </p:cNvPr>
          <p:cNvCxnSpPr>
            <a:cxnSpLocks/>
          </p:cNvCxnSpPr>
          <p:nvPr userDrawn="1"/>
        </p:nvCxnSpPr>
        <p:spPr>
          <a:xfrm>
            <a:off x="4648200" y="1842902"/>
            <a:ext cx="6961188" cy="0"/>
          </a:xfrm>
          <a:prstGeom prst="line">
            <a:avLst/>
          </a:prstGeom>
          <a:ln w="6350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Picture 1" descr="A picture containing text, clipart&#10;&#10;Description automatically generated">
            <a:extLst>
              <a:ext uri="{FF2B5EF4-FFF2-40B4-BE49-F238E27FC236}">
                <a16:creationId xmlns:a16="http://schemas.microsoft.com/office/drawing/2014/main" id="{80DE4C6A-1A4B-2F91-08F9-26625C8F1499}"/>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2067935070"/>
      </p:ext>
    </p:extLst>
  </p:cSld>
  <p:clrMapOvr>
    <a:masterClrMapping/>
  </p:clrMapOvr>
  <p:transition>
    <p:fade/>
  </p:transition>
  <p:extLst>
    <p:ext uri="{DCECCB84-F9BA-43D5-87BE-67443E8EF086}">
      <p15:sldGuideLst xmlns:p15="http://schemas.microsoft.com/office/powerpoint/2012/main">
        <p15:guide id="12" pos="2561">
          <p15:clr>
            <a:srgbClr val="5ACBF0"/>
          </p15:clr>
        </p15:guide>
        <p15:guide id="29" orient="horz" pos="1271">
          <p15:clr>
            <a:srgbClr val="5ACBF0"/>
          </p15:clr>
        </p15:guide>
        <p15:guide id="33" pos="2928">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7"/>
            <a:ext cx="3182027" cy="5683249"/>
          </a:xfrm>
        </p:spPr>
        <p:txBody>
          <a:bodyPr anchor="ctr"/>
          <a:lstStyle>
            <a:lvl1pPr>
              <a:defRPr/>
            </a:lvl1pPr>
          </a:lstStyle>
          <a:p>
            <a:r>
              <a:rPr lang="en-US" dirty="0"/>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292099"/>
            <a:ext cx="6667500" cy="5976939"/>
          </a:xfrm>
        </p:spPr>
        <p:txBody>
          <a:bodyPr anchor="ctr"/>
          <a:lstStyle>
            <a:lvl1pPr marL="0" indent="0">
              <a:buNone/>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264940"/>
            <a:ext cx="0" cy="2059178"/>
          </a:xfrm>
          <a:prstGeom prst="line">
            <a:avLst/>
          </a:prstGeom>
          <a:ln w="6350">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4" name="Picture 3" descr="A picture containing text, clipart&#10;&#10;Description automatically generated">
            <a:extLst>
              <a:ext uri="{FF2B5EF4-FFF2-40B4-BE49-F238E27FC236}">
                <a16:creationId xmlns:a16="http://schemas.microsoft.com/office/drawing/2014/main" id="{33B76501-139F-DE3A-D0A0-CBCAD55D13E1}"/>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1165025546"/>
      </p:ext>
    </p:extLst>
  </p:cSld>
  <p:clrMapOvr>
    <a:masterClrMapping/>
  </p:clrMapOvr>
  <p:transition>
    <p:fade/>
  </p:transition>
  <p:extLst>
    <p:ext uri="{DCECCB84-F9BA-43D5-87BE-67443E8EF086}">
      <p15:sldGuideLst xmlns:p15="http://schemas.microsoft.com/office/powerpoint/2012/main">
        <p15:guide id="30" pos="2376">
          <p15:clr>
            <a:srgbClr val="5ACBF0"/>
          </p15:clr>
        </p15:guide>
        <p15:guide id="31" pos="3113">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104745"/>
            <a:ext cx="7180360"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Demo title</a:t>
            </a:r>
          </a:p>
        </p:txBody>
      </p:sp>
      <p:sp>
        <p:nvSpPr>
          <p:cNvPr id="5" name="Text Placeholder 4"/>
          <p:cNvSpPr>
            <a:spLocks noGrp="1"/>
          </p:cNvSpPr>
          <p:nvPr>
            <p:ph type="body" sz="quarter" idx="12" hasCustomPrompt="1"/>
          </p:nvPr>
        </p:nvSpPr>
        <p:spPr>
          <a:xfrm>
            <a:off x="585216" y="3680069"/>
            <a:ext cx="7180360"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pic>
        <p:nvPicPr>
          <p:cNvPr id="7" name="Picture 6">
            <a:extLst>
              <a:ext uri="{FF2B5EF4-FFF2-40B4-BE49-F238E27FC236}">
                <a16:creationId xmlns:a16="http://schemas.microsoft.com/office/drawing/2014/main" id="{8CD3A967-0FBB-34B4-4FB2-6A371308B5C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8899010" y="3177856"/>
            <a:ext cx="2727281" cy="649982"/>
          </a:xfrm>
          <a:prstGeom prst="rect">
            <a:avLst/>
          </a:prstGeom>
        </p:spPr>
      </p:pic>
    </p:spTree>
    <p:extLst>
      <p:ext uri="{BB962C8B-B14F-4D97-AF65-F5344CB8AC3E}">
        <p14:creationId xmlns:p14="http://schemas.microsoft.com/office/powerpoint/2010/main" val="3897602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15:guide id="3" orient="horz" pos="1872" userDrawn="1">
          <p15:clr>
            <a:srgbClr val="5ACBF0"/>
          </p15:clr>
        </p15:guide>
        <p15:guide id="4" orient="horz" pos="2364" userDrawn="1">
          <p15:clr>
            <a:srgbClr val="5ACBF0"/>
          </p15:clr>
        </p15:guide>
        <p15:guide id="5" pos="3840"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Demo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0955" y="3104745"/>
            <a:ext cx="6181081" cy="443198"/>
          </a:xfrm>
          <a:noFill/>
        </p:spPr>
        <p:txBody>
          <a:bodyPr wrap="square" lIns="0" tIns="0" rIns="0" bIns="0" anchor="b" anchorCtr="0">
            <a:spAutoFit/>
          </a:bodyPr>
          <a:lstStyle>
            <a:lvl1pPr algn="l" defTabSz="932742" rtl="0" eaLnBrk="1" latinLnBrk="0" hangingPunct="1">
              <a:lnSpc>
                <a:spcPct val="90000"/>
              </a:lnSpc>
              <a:spcBef>
                <a:spcPct val="0"/>
              </a:spcBef>
              <a:buNone/>
              <a:defRPr lang="en-US" sz="3200" b="1" kern="1200" cap="none" spc="-50" baseline="0" dirty="0">
                <a:ln w="3175">
                  <a:noFill/>
                </a:ln>
                <a:solidFill>
                  <a:schemeClr val="tx1"/>
                </a:solidFill>
                <a:effectLst/>
                <a:latin typeface="+mj-lt"/>
                <a:ea typeface="+mn-ea"/>
                <a:cs typeface="Segoe UI" pitchFamily="34" charset="0"/>
              </a:defRPr>
            </a:lvl1pPr>
          </a:lstStyle>
          <a:p>
            <a:r>
              <a:rPr lang="en-US" dirty="0"/>
              <a:t>Divider slide title</a:t>
            </a:r>
          </a:p>
        </p:txBody>
      </p:sp>
      <p:sp>
        <p:nvSpPr>
          <p:cNvPr id="5" name="Text Placeholder 4"/>
          <p:cNvSpPr>
            <a:spLocks noGrp="1"/>
          </p:cNvSpPr>
          <p:nvPr>
            <p:ph type="body" sz="quarter" idx="12" hasCustomPrompt="1"/>
          </p:nvPr>
        </p:nvSpPr>
        <p:spPr>
          <a:xfrm>
            <a:off x="5290955" y="3680069"/>
            <a:ext cx="6181081" cy="307777"/>
          </a:xfrm>
          <a:noFill/>
        </p:spPr>
        <p:txBody>
          <a:bodyPr wrap="square" lIns="0" tIns="0" rIns="0" bIns="0">
            <a:spAutoFit/>
          </a:bodyPr>
          <a:lstStyle>
            <a:lvl1pPr marL="0" indent="0">
              <a:spcBef>
                <a:spcPts val="0"/>
              </a:spcBef>
              <a:spcAft>
                <a:spcPts val="0"/>
              </a:spcAft>
              <a:buFont typeface="Arial" panose="020B0604020202020204" pitchFamily="34" charset="0"/>
              <a:buNone/>
              <a:defRPr sz="2000" spc="0" baseline="0">
                <a:solidFill>
                  <a:schemeClr val="accent2"/>
                </a:solidFill>
                <a:latin typeface="+mn-lt"/>
              </a:defRPr>
            </a:lvl1pPr>
          </a:lstStyle>
          <a:p>
            <a:pPr lvl="0"/>
            <a:r>
              <a:rPr lang="en-US" dirty="0"/>
              <a:t>Speaker name</a:t>
            </a:r>
          </a:p>
        </p:txBody>
      </p:sp>
    </p:spTree>
    <p:extLst>
      <p:ext uri="{BB962C8B-B14F-4D97-AF65-F5344CB8AC3E}">
        <p14:creationId xmlns:p14="http://schemas.microsoft.com/office/powerpoint/2010/main" val="3735186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extLst>
    <p:ext uri="{DCECCB84-F9BA-43D5-87BE-67443E8EF086}">
      <p15:sldGuideLst xmlns:p15="http://schemas.microsoft.com/office/powerpoint/2012/main">
        <p15:guide id="3" orient="horz" pos="1872">
          <p15:clr>
            <a:srgbClr val="5ACBF0"/>
          </p15:clr>
        </p15:guide>
        <p15:guide id="4" orient="horz" pos="2364">
          <p15:clr>
            <a:srgbClr val="5ACBF0"/>
          </p15:clr>
        </p15:guide>
        <p15:guide id="5" pos="384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1">
            <a:extLst>
              <a:ext uri="{FF2B5EF4-FFF2-40B4-BE49-F238E27FC236}">
                <a16:creationId xmlns:a16="http://schemas.microsoft.com/office/drawing/2014/main" id="{5D31CD76-3727-5C5A-936C-21E39A69C34D}"/>
              </a:ext>
            </a:extLst>
          </p:cNvPr>
          <p:cNvSpPr>
            <a:spLocks noGrp="1"/>
          </p:cNvSpPr>
          <p:nvPr>
            <p:ph type="title"/>
          </p:nvPr>
        </p:nvSpPr>
        <p:spPr>
          <a:xfrm>
            <a:off x="603379" y="3200400"/>
            <a:ext cx="10997217" cy="1933360"/>
          </a:xfrm>
        </p:spPr>
        <p:txBody>
          <a:bodyPr anchor="b">
            <a:noAutofit/>
          </a:bodyPr>
          <a:lstStyle>
            <a:lvl1pPr>
              <a:defRPr sz="4000" spc="-20" baseline="0"/>
            </a:lvl1pPr>
          </a:lstStyle>
          <a:p>
            <a:r>
              <a:rPr lang="en-US"/>
              <a:t>Click to edit Master title style</a:t>
            </a:r>
            <a:endParaRPr dirty="0"/>
          </a:p>
        </p:txBody>
      </p:sp>
      <p:sp>
        <p:nvSpPr>
          <p:cNvPr id="7" name="Text Placeholder 9">
            <a:extLst>
              <a:ext uri="{FF2B5EF4-FFF2-40B4-BE49-F238E27FC236}">
                <a16:creationId xmlns:a16="http://schemas.microsoft.com/office/drawing/2014/main" id="{667B108C-113D-497F-670A-DDAF72E893B0}"/>
              </a:ext>
            </a:extLst>
          </p:cNvPr>
          <p:cNvSpPr>
            <a:spLocks noGrp="1"/>
          </p:cNvSpPr>
          <p:nvPr>
            <p:ph type="body" sz="quarter" idx="14"/>
          </p:nvPr>
        </p:nvSpPr>
        <p:spPr>
          <a:xfrm>
            <a:off x="603380" y="5230505"/>
            <a:ext cx="10997217" cy="1231710"/>
          </a:xfrm>
        </p:spPr>
        <p:txBody>
          <a:bodyPr>
            <a:noAutofit/>
          </a:bodyPr>
          <a:lstStyle>
            <a:lvl1pPr marL="0" indent="0">
              <a:spcBef>
                <a:spcPts val="0"/>
              </a:spcBef>
              <a:buFontTx/>
              <a:buNone/>
              <a:defRPr sz="3200">
                <a:solidFill>
                  <a:schemeClr val="tx2">
                    <a:lumMod val="60000"/>
                    <a:lumOff val="40000"/>
                  </a:schemeClr>
                </a:solidFill>
              </a:defRPr>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pic>
        <p:nvPicPr>
          <p:cNvPr id="8" name="Picture 7">
            <a:extLst>
              <a:ext uri="{FF2B5EF4-FFF2-40B4-BE49-F238E27FC236}">
                <a16:creationId xmlns:a16="http://schemas.microsoft.com/office/drawing/2014/main" id="{447A3218-9FBC-D7FF-A0AC-D9847C153B1F}"/>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584199" y="789515"/>
            <a:ext cx="2302302" cy="548700"/>
          </a:xfrm>
          <a:prstGeom prst="rect">
            <a:avLst/>
          </a:prstGeom>
        </p:spPr>
      </p:pic>
    </p:spTree>
    <p:extLst>
      <p:ext uri="{BB962C8B-B14F-4D97-AF65-F5344CB8AC3E}">
        <p14:creationId xmlns:p14="http://schemas.microsoft.com/office/powerpoint/2010/main" val="303521814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4829522"/>
          </a:xfrm>
        </p:spPr>
        <p:txBody>
          <a:bodyPr/>
          <a:lstStyle>
            <a:lvl1pPr marL="0" indent="0">
              <a:buNone/>
              <a:defRPr sz="2000">
                <a:solidFill>
                  <a:schemeClr val="tx1"/>
                </a:solidFill>
                <a:latin typeface="Consolas" panose="020B0609020204030204" pitchFamily="49" charset="0"/>
                <a:cs typeface="Consolas" panose="020B0609020204030204" pitchFamily="49" charset="0"/>
              </a:defRPr>
            </a:lvl1pPr>
            <a:lvl2pPr marL="346553" indent="0">
              <a:buNone/>
              <a:defRPr sz="1800">
                <a:solidFill>
                  <a:schemeClr val="tx1"/>
                </a:solidFill>
                <a:latin typeface="Consolas" panose="020B0609020204030204" pitchFamily="49" charset="0"/>
                <a:cs typeface="Consolas" panose="020B0609020204030204" pitchFamily="49" charset="0"/>
              </a:defRPr>
            </a:lvl2pPr>
            <a:lvl3pPr marL="584607" indent="0">
              <a:buNone/>
              <a:defRPr sz="1600">
                <a:solidFill>
                  <a:schemeClr val="tx1"/>
                </a:solidFill>
                <a:latin typeface="Consolas" panose="020B0609020204030204" pitchFamily="49" charset="0"/>
                <a:cs typeface="Consolas" panose="020B0609020204030204" pitchFamily="49" charset="0"/>
              </a:defRPr>
            </a:lvl3pPr>
            <a:lvl4pPr marL="814563" indent="0">
              <a:buNone/>
              <a:defRPr sz="1400">
                <a:solidFill>
                  <a:schemeClr val="tx1"/>
                </a:solidFill>
                <a:latin typeface="Consolas" panose="020B0609020204030204" pitchFamily="49" charset="0"/>
                <a:cs typeface="Consolas" panose="020B0609020204030204" pitchFamily="49" charset="0"/>
              </a:defRPr>
            </a:lvl4pPr>
            <a:lvl5pPr marL="1050997" indent="0">
              <a:buNone/>
              <a:defRPr sz="1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picture containing text, clipart&#10;&#10;Description automatically generated">
            <a:extLst>
              <a:ext uri="{FF2B5EF4-FFF2-40B4-BE49-F238E27FC236}">
                <a16:creationId xmlns:a16="http://schemas.microsoft.com/office/drawing/2014/main" id="{0FCD3399-C787-D0BD-AB29-7D3229A5C25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2" orient="horz" pos="905" userDrawn="1">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sclaimer and Attribu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BCE27-18A9-4B58-967D-F414D11BC8DA}"/>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59682BFC-72AD-43B8-82AA-B9CAA5B851A1}"/>
              </a:ext>
            </a:extLst>
          </p:cNvPr>
          <p:cNvSpPr>
            <a:spLocks noGrp="1"/>
          </p:cNvSpPr>
          <p:nvPr>
            <p:ph type="body" sz="quarter" idx="10"/>
          </p:nvPr>
        </p:nvSpPr>
        <p:spPr>
          <a:xfrm>
            <a:off x="588963" y="1436688"/>
            <a:ext cx="11020425" cy="4829175"/>
          </a:xfrm>
        </p:spPr>
        <p:txBody>
          <a:bodyPr/>
          <a:lstStyle>
            <a:lvl1pPr marL="0" indent="0">
              <a:buNone/>
              <a:defRPr sz="1100"/>
            </a:lvl1pPr>
            <a:lvl2pPr marL="228600" indent="0">
              <a:buNone/>
              <a:defRPr sz="1100"/>
            </a:lvl2pPr>
            <a:lvl3pPr marL="457200" indent="0">
              <a:buNone/>
              <a:defRPr sz="1100"/>
            </a:lvl3pPr>
            <a:lvl4pPr marL="661988" indent="0">
              <a:buNone/>
              <a:defRPr sz="1100"/>
            </a:lvl4pPr>
            <a:lvl5pPr marL="855663" inden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3DBD5AE2-7C3E-E789-AE22-6A4292D2878B}"/>
              </a:ext>
            </a:extLst>
          </p:cNvPr>
          <p:cNvPicPr>
            <a:picLocks noChangeAspect="1"/>
          </p:cNvPicPr>
          <p:nvPr userDrawn="1"/>
        </p:nvPicPr>
        <p:blipFill>
          <a:blip r:embed="rId2"/>
          <a:stretch>
            <a:fillRect/>
          </a:stretch>
        </p:blipFill>
        <p:spPr>
          <a:xfrm>
            <a:off x="10883348" y="6393708"/>
            <a:ext cx="1154036" cy="328680"/>
          </a:xfrm>
          <a:prstGeom prst="rect">
            <a:avLst/>
          </a:prstGeom>
        </p:spPr>
      </p:pic>
    </p:spTree>
    <p:extLst>
      <p:ext uri="{BB962C8B-B14F-4D97-AF65-F5344CB8AC3E}">
        <p14:creationId xmlns:p14="http://schemas.microsoft.com/office/powerpoint/2010/main" val="400642743"/>
      </p:ext>
    </p:extLst>
  </p:cSld>
  <p:clrMapOvr>
    <a:masterClrMapping/>
  </p:clrMapOvr>
  <p:transition>
    <p:fade/>
  </p:transition>
  <p:extLst>
    <p:ext uri="{DCECCB84-F9BA-43D5-87BE-67443E8EF086}">
      <p15:sldGuideLst xmlns:p15="http://schemas.microsoft.com/office/powerpoint/2012/main">
        <p15:guide id="2" orient="horz" pos="905">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6" name="Rectangle 5" descr="{&quot;templafy&quot;:{&quot;binding&quot;:&quot;{{Form.Footer}}&quot;,&quot;type&quot;:&quot;text&quot;}}">
            <a:extLst>
              <a:ext uri="{FF2B5EF4-FFF2-40B4-BE49-F238E27FC236}">
                <a16:creationId xmlns:a16="http://schemas.microsoft.com/office/drawing/2014/main" id="{43334FAC-11C2-4DB4-8249-171553FC7893}"/>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pic>
        <p:nvPicPr>
          <p:cNvPr id="5" name="Picture 4">
            <a:extLst>
              <a:ext uri="{FF2B5EF4-FFF2-40B4-BE49-F238E27FC236}">
                <a16:creationId xmlns:a16="http://schemas.microsoft.com/office/drawing/2014/main" id="{7029C228-A98B-B784-A41C-3C84AE53BD45}"/>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Lst>
          </a:blip>
          <a:stretch>
            <a:fillRect/>
          </a:stretch>
        </p:blipFill>
        <p:spPr>
          <a:xfrm>
            <a:off x="3631447" y="2841633"/>
            <a:ext cx="4929105" cy="1174734"/>
          </a:xfrm>
          <a:prstGeom prst="rect">
            <a:avLst/>
          </a:prstGeom>
        </p:spPr>
      </p:pic>
    </p:spTree>
    <p:extLst>
      <p:ext uri="{BB962C8B-B14F-4D97-AF65-F5344CB8AC3E}">
        <p14:creationId xmlns:p14="http://schemas.microsoft.com/office/powerpoint/2010/main" val="9250691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591790"/>
            <a:ext cx="11018520" cy="430887"/>
          </a:xfrm>
          <a:prstGeom prst="rect">
            <a:avLst/>
          </a:prstGeom>
        </p:spPr>
        <p:txBody>
          <a:bodyPr vert="horz" wrap="square" lIns="0" tIns="0" rIns="0" bIns="0" rtlCol="0" anchor="ctr">
            <a:spAutoFit/>
          </a:bodyPr>
          <a:lstStyle/>
          <a:p>
            <a:r>
              <a:rPr lang="en-US"/>
              <a:t>Click to edit Master title style</a:t>
            </a:r>
            <a:endParaRPr lang="en-US" dirty="0"/>
          </a:p>
        </p:txBody>
      </p:sp>
      <p:sp>
        <p:nvSpPr>
          <p:cNvPr id="4" name="Text Placeholder 3"/>
          <p:cNvSpPr>
            <a:spLocks noGrp="1"/>
          </p:cNvSpPr>
          <p:nvPr userDrawn="1">
            <p:ph type="body" idx="1"/>
          </p:nvPr>
        </p:nvSpPr>
        <p:spPr>
          <a:xfrm>
            <a:off x="584200" y="1435503"/>
            <a:ext cx="11018520" cy="4830706"/>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49" name="TextBox 48">
            <a:extLst>
              <a:ext uri="{FF2B5EF4-FFF2-40B4-BE49-F238E27FC236}">
                <a16:creationId xmlns:a16="http://schemas.microsoft.com/office/drawing/2014/main" id="{96B11974-843F-5942-BA9E-97ADE41C9A58}"/>
              </a:ext>
            </a:extLst>
          </p:cNvPr>
          <p:cNvSpPr txBox="1"/>
          <p:nvPr userDrawn="1"/>
        </p:nvSpPr>
        <p:spPr>
          <a:xfrm>
            <a:off x="196319" y="6553364"/>
            <a:ext cx="114454" cy="190581"/>
          </a:xfrm>
          <a:prstGeom prst="rect">
            <a:avLst/>
          </a:prstGeom>
          <a:noFill/>
        </p:spPr>
        <p:txBody>
          <a:bodyPr wrap="none" lIns="0" tIns="41029" rIns="0" bIns="41029" rtlCol="0" anchor="ctr">
            <a:spAutoFit/>
          </a:bodyPr>
          <a:lstStyle/>
          <a:p>
            <a:pPr algn="r">
              <a:defRPr/>
            </a:pPr>
            <a:fld id="{B50A2252-0B00-49D0-9A28-2F5CCECF09D1}" type="slidenum">
              <a:rPr lang="en-US" sz="700" kern="1200" cap="none" spc="10" baseline="0">
                <a:solidFill>
                  <a:schemeClr val="tx1"/>
                </a:solidFill>
                <a:latin typeface="Arial" panose="020B0604020202020204" pitchFamily="34" charset="0"/>
                <a:ea typeface="+mn-ea"/>
                <a:cs typeface="Arial" panose="020B0604020202020204" pitchFamily="34" charset="0"/>
              </a:rPr>
              <a:pPr algn="r">
                <a:defRPr/>
              </a:pPr>
              <a:t>‹#›</a:t>
            </a:fld>
            <a:endParaRPr lang="en-US" sz="700" kern="1200" cap="none" spc="10" baseline="0" dirty="0">
              <a:solidFill>
                <a:schemeClr val="tx1"/>
              </a:solidFill>
              <a:latin typeface="Arial" panose="020B0604020202020204" pitchFamily="34" charset="0"/>
              <a:ea typeface="+mn-ea"/>
              <a:cs typeface="Arial" panose="020B0604020202020204" pitchFamily="34" charset="0"/>
            </a:endParaRPr>
          </a:p>
        </p:txBody>
      </p:sp>
      <p:sp>
        <p:nvSpPr>
          <p:cNvPr id="51" name="TextBox 50">
            <a:extLst>
              <a:ext uri="{FF2B5EF4-FFF2-40B4-BE49-F238E27FC236}">
                <a16:creationId xmlns:a16="http://schemas.microsoft.com/office/drawing/2014/main" id="{BC37A066-5679-7640-9C08-54559BF7A6BC}"/>
              </a:ext>
            </a:extLst>
          </p:cNvPr>
          <p:cNvSpPr txBox="1"/>
          <p:nvPr userDrawn="1"/>
        </p:nvSpPr>
        <p:spPr>
          <a:xfrm>
            <a:off x="444516" y="6543252"/>
            <a:ext cx="26930" cy="198276"/>
          </a:xfrm>
          <a:prstGeom prst="rect">
            <a:avLst/>
          </a:prstGeom>
          <a:noFill/>
        </p:spPr>
        <p:txBody>
          <a:bodyPr wrap="none" lIns="0" tIns="41029" rIns="0" bIns="41029" rtlCol="0" anchor="ctr">
            <a:spAutoFit/>
          </a:bodyPr>
          <a:lstStyle/>
          <a:p>
            <a:pPr marL="0" marR="0" indent="0" algn="l" defTabSz="914367" rtl="0" eaLnBrk="1" fontAlgn="auto" latinLnBrk="0" hangingPunct="1">
              <a:lnSpc>
                <a:spcPct val="100000"/>
              </a:lnSpc>
              <a:spcBef>
                <a:spcPts val="0"/>
              </a:spcBef>
              <a:spcAft>
                <a:spcPts val="0"/>
              </a:spcAft>
              <a:buClrTx/>
              <a:buSzTx/>
              <a:buFontTx/>
              <a:buNone/>
              <a:tabLst/>
              <a:defRPr/>
            </a:pPr>
            <a:r>
              <a:rPr lang="en-US" sz="750" spc="10" dirty="0">
                <a:solidFill>
                  <a:schemeClr val="bg1"/>
                </a:solidFill>
                <a:cs typeface="Arial" panose="020B0604020202020204" pitchFamily="34" charset="0"/>
              </a:rPr>
              <a:t>|</a:t>
            </a:r>
          </a:p>
        </p:txBody>
      </p:sp>
      <p:sp>
        <p:nvSpPr>
          <p:cNvPr id="50" name="Rectangle 49" descr="{&quot;templafy&quot;:{&quot;binding&quot;:&quot;{{Form.Footer}}&quot;,&quot;type&quot;:&quot;text&quot;}}">
            <a:extLst>
              <a:ext uri="{FF2B5EF4-FFF2-40B4-BE49-F238E27FC236}">
                <a16:creationId xmlns:a16="http://schemas.microsoft.com/office/drawing/2014/main" id="{31FF5E37-9042-4844-B9BE-993B8146017C}"/>
              </a:ext>
            </a:extLst>
          </p:cNvPr>
          <p:cNvSpPr/>
          <p:nvPr userDrawn="1"/>
        </p:nvSpPr>
        <p:spPr bwMode="auto">
          <a:xfrm>
            <a:off x="603380" y="6567862"/>
            <a:ext cx="9000000" cy="16110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l" defTabSz="932472" fontAlgn="base">
              <a:spcBef>
                <a:spcPct val="0"/>
              </a:spcBef>
              <a:spcAft>
                <a:spcPct val="0"/>
              </a:spcAft>
            </a:pPr>
            <a:endParaRPr lang="en-GB" sz="75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Box 5">
            <a:extLst>
              <a:ext uri="{FF2B5EF4-FFF2-40B4-BE49-F238E27FC236}">
                <a16:creationId xmlns:a16="http://schemas.microsoft.com/office/drawing/2014/main" id="{94C8D655-DBAD-6398-CC8C-1C090D476A87}"/>
              </a:ext>
            </a:extLst>
          </p:cNvPr>
          <p:cNvSpPr txBox="1"/>
          <p:nvPr userDrawn="1">
            <p:extLst>
              <p:ext uri="{1162E1C5-73C7-4A58-AE30-91384D911F3F}">
                <p184:classification xmlns:p184="http://schemas.microsoft.com/office/powerpoint/2018/4/main" val="hdr"/>
              </p:ext>
            </p:extLst>
          </p:nvPr>
        </p:nvSpPr>
        <p:spPr>
          <a:xfrm>
            <a:off x="63500" y="63500"/>
            <a:ext cx="750888" cy="152400"/>
          </a:xfrm>
          <a:prstGeom prst="rect">
            <a:avLst/>
          </a:prstGeom>
        </p:spPr>
        <p:txBody>
          <a:bodyPr horzOverflow="overflow" lIns="0" tIns="0" rIns="0" bIns="0">
            <a:spAutoFit/>
          </a:bodyPr>
          <a:lstStyle/>
          <a:p>
            <a:pPr algn="l"/>
            <a:r>
              <a:rPr lang="en-US" sz="1000">
                <a:solidFill>
                  <a:srgbClr val="0000FF">
                    <a:alpha val="50000"/>
                  </a:srgbClr>
                </a:solidFill>
                <a:latin typeface="Aptos" panose="020B0004020202020204" pitchFamily="34" charset="0"/>
              </a:rPr>
              <a:t>AMD General</a:t>
            </a:r>
          </a:p>
        </p:txBody>
      </p:sp>
    </p:spTree>
    <p:extLst>
      <p:ext uri="{BB962C8B-B14F-4D97-AF65-F5344CB8AC3E}">
        <p14:creationId xmlns:p14="http://schemas.microsoft.com/office/powerpoint/2010/main" val="3588427678"/>
      </p:ext>
    </p:extLst>
  </p:cSld>
  <p:clrMap bg1="dk1" tx1="lt1" bg2="dk2" tx2="lt2" accent1="accent1" accent2="accent2" accent3="accent3" accent4="accent4" accent5="accent5" accent6="accent6" hlink="hlink" folHlink="folHlink"/>
  <p:sldLayoutIdLst>
    <p:sldLayoutId id="2147484920" r:id="rId1"/>
    <p:sldLayoutId id="2147484926" r:id="rId2"/>
    <p:sldLayoutId id="2147484928" r:id="rId3"/>
    <p:sldLayoutId id="2147484710" r:id="rId4"/>
    <p:sldLayoutId id="2147484240" r:id="rId5"/>
    <p:sldLayoutId id="2147484736" r:id="rId6"/>
    <p:sldLayoutId id="2147484474" r:id="rId7"/>
    <p:sldLayoutId id="2147484639" r:id="rId8"/>
    <p:sldLayoutId id="2147484603" r:id="rId9"/>
    <p:sldLayoutId id="2147484919" r:id="rId10"/>
    <p:sldLayoutId id="2147484751" r:id="rId11"/>
    <p:sldLayoutId id="2147484914" r:id="rId12"/>
    <p:sldLayoutId id="2147484835" r:id="rId13"/>
    <p:sldLayoutId id="2147484929" r:id="rId14"/>
    <p:sldLayoutId id="2147484836" r:id="rId15"/>
    <p:sldLayoutId id="2147484837" r:id="rId16"/>
    <p:sldLayoutId id="2147484838" r:id="rId17"/>
    <p:sldLayoutId id="2147484923" r:id="rId18"/>
    <p:sldLayoutId id="2147484925" r:id="rId19"/>
    <p:sldLayoutId id="2147484839" r:id="rId20"/>
    <p:sldLayoutId id="2147484922" r:id="rId21"/>
    <p:sldLayoutId id="2147484783" r:id="rId22"/>
    <p:sldLayoutId id="2147484784" r:id="rId23"/>
    <p:sldLayoutId id="2147484787" r:id="rId24"/>
    <p:sldLayoutId id="2147484249" r:id="rId25"/>
    <p:sldLayoutId id="2147484932" r:id="rId26"/>
    <p:sldLayoutId id="2147484927" r:id="rId27"/>
    <p:sldLayoutId id="2147484671" r:id="rId28"/>
    <p:sldLayoutId id="2147484585" r:id="rId29"/>
    <p:sldLayoutId id="2147484924" r:id="rId30"/>
    <p:sldLayoutId id="2147484299" r:id="rId31"/>
  </p:sldLayoutIdLst>
  <p:transition>
    <p:fade/>
  </p:transition>
  <p:hf hdr="0" dt="0"/>
  <p:txStyles>
    <p:titleStyle>
      <a:lvl1pPr algn="l" defTabSz="932742" rtl="0" eaLnBrk="1" latinLnBrk="0" hangingPunct="1">
        <a:lnSpc>
          <a:spcPct val="100000"/>
        </a:lnSpc>
        <a:spcBef>
          <a:spcPct val="0"/>
        </a:spcBef>
        <a:buNone/>
        <a:defRPr lang="en-US" sz="2800" b="1" kern="1200" cap="none" spc="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ts val="600"/>
        </a:spcBef>
        <a:spcAft>
          <a:spcPts val="0"/>
        </a:spcAft>
        <a:buClr>
          <a:schemeClr val="accent1"/>
        </a:buClr>
        <a:buSzPct val="100000"/>
        <a:buFont typeface="Arial" panose="020B0604020202020204" pitchFamily="34" charset="0"/>
        <a:buChar char="•"/>
        <a:tabLst/>
        <a:defRPr sz="1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6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2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ts val="300"/>
        </a:spcBef>
        <a:spcAft>
          <a:spcPts val="0"/>
        </a:spcAft>
        <a:buClr>
          <a:schemeClr val="accent1"/>
        </a:buClr>
        <a:buSzPct val="100000"/>
        <a:buFont typeface="Arial" panose="020B0604020202020204" pitchFamily="34" charset="0"/>
        <a:buChar char="•"/>
        <a:tabLst/>
        <a:defRPr sz="11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customXml" Target="../../customXml/item11.xml"/><Relationship Id="rId1" Type="http://schemas.openxmlformats.org/officeDocument/2006/relationships/customXml" Target="../../customXml/item10.xml"/><Relationship Id="rId4" Type="http://schemas.openxmlformats.org/officeDocument/2006/relationships/hyperlink" Target="https://diginomica.com/tokenomics-amd-worldview-models-get-better-ai-compute-gets-more-complicate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3.xml"/><Relationship Id="rId1" Type="http://schemas.openxmlformats.org/officeDocument/2006/relationships/customXml" Target="../../customXml/item1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5.xml"/><Relationship Id="rId1" Type="http://schemas.openxmlformats.org/officeDocument/2006/relationships/customXml" Target="../../customXml/item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7.xml"/><Relationship Id="rId1" Type="http://schemas.openxmlformats.org/officeDocument/2006/relationships/customXml" Target="../../customXml/item1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1.xml"/><Relationship Id="rId2" Type="http://schemas.openxmlformats.org/officeDocument/2006/relationships/customXml" Target="../../customXml/item19.xml"/><Relationship Id="rId1" Type="http://schemas.openxmlformats.org/officeDocument/2006/relationships/customXml" Target="../../customXml/item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21.xml"/><Relationship Id="rId1" Type="http://schemas.openxmlformats.org/officeDocument/2006/relationships/customXml" Target="../../customXml/item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BE9F-32FA-4153-A54C-2A21168C3C40}"/>
              </a:ext>
            </a:extLst>
          </p:cNvPr>
          <p:cNvSpPr>
            <a:spLocks noGrp="1"/>
          </p:cNvSpPr>
          <p:nvPr>
            <p:ph type="title"/>
          </p:nvPr>
        </p:nvSpPr>
        <p:spPr>
          <a:xfrm>
            <a:off x="653211" y="1704598"/>
            <a:ext cx="11018520" cy="2092881"/>
          </a:xfrm>
        </p:spPr>
        <p:txBody>
          <a:bodyPr/>
          <a:lstStyle/>
          <a:p>
            <a:r>
              <a:rPr lang="en-US" sz="3200" b="0" dirty="0"/>
              <a:t>“The harsh reality of </a:t>
            </a:r>
            <a:r>
              <a:rPr lang="en-US" sz="4000" dirty="0"/>
              <a:t>tokenomics</a:t>
            </a:r>
            <a:r>
              <a:rPr lang="en-US" sz="4000" b="0" dirty="0"/>
              <a:t> </a:t>
            </a:r>
            <a:r>
              <a:rPr lang="en-US" sz="3200" b="0" dirty="0"/>
              <a:t>isn’t just something that the unwary end user organization is having to get their fiscal  heads around, it’s also an issue that AI vendors are having to deal with as well.”</a:t>
            </a:r>
            <a:endParaRPr lang="en-US" sz="4000" dirty="0"/>
          </a:p>
        </p:txBody>
      </p:sp>
      <p:sp>
        <p:nvSpPr>
          <p:cNvPr id="3" name="Content Placeholder 2">
            <a:extLst>
              <a:ext uri="{FF2B5EF4-FFF2-40B4-BE49-F238E27FC236}">
                <a16:creationId xmlns:a16="http://schemas.microsoft.com/office/drawing/2014/main" id="{7ECA6D8B-ECD0-47FF-B894-28CCD12BD396}"/>
              </a:ext>
            </a:extLst>
          </p:cNvPr>
          <p:cNvSpPr>
            <a:spLocks noGrp="1"/>
          </p:cNvSpPr>
          <p:nvPr>
            <p:ph sz="quarter" idx="10"/>
          </p:nvPr>
        </p:nvSpPr>
        <p:spPr>
          <a:xfrm>
            <a:off x="586581" y="6124754"/>
            <a:ext cx="11018838" cy="592857"/>
          </a:xfrm>
        </p:spPr>
        <p:txBody>
          <a:bodyPr/>
          <a:lstStyle/>
          <a:p>
            <a:r>
              <a:rPr lang="en-US" sz="1200" dirty="0">
                <a:hlinkClick r:id="rId4"/>
              </a:rPr>
              <a:t>https://diginomica.com/tokenomics-amd-worldview-models-get-better-ai-compute-gets-more-complicated</a:t>
            </a:r>
            <a:endParaRPr lang="en-US" sz="1200" dirty="0"/>
          </a:p>
          <a:p>
            <a:r>
              <a:rPr lang="en-US" sz="1200" dirty="0"/>
              <a:t>Commentary on Lisa Su’s AMD Advancing AI 2026 keynote on July 23, 2026.</a:t>
            </a:r>
          </a:p>
        </p:txBody>
      </p:sp>
    </p:spTree>
    <p:custDataLst>
      <p:custData r:id="rId1"/>
      <p:custData r:id="rId2"/>
    </p:custDataLst>
    <p:extLst>
      <p:ext uri="{BB962C8B-B14F-4D97-AF65-F5344CB8AC3E}">
        <p14:creationId xmlns:p14="http://schemas.microsoft.com/office/powerpoint/2010/main" val="73959342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D4D9CA-F34A-7824-0DAE-1C328DB20EF9}"/>
              </a:ext>
            </a:extLst>
          </p:cNvPr>
          <p:cNvSpPr>
            <a:spLocks noGrp="1"/>
          </p:cNvSpPr>
          <p:nvPr>
            <p:ph type="title"/>
          </p:nvPr>
        </p:nvSpPr>
        <p:spPr>
          <a:xfrm>
            <a:off x="812765" y="1310986"/>
            <a:ext cx="10125529" cy="1941576"/>
          </a:xfrm>
        </p:spPr>
        <p:txBody>
          <a:bodyPr/>
          <a:lstStyle/>
          <a:p>
            <a:r>
              <a:rPr lang="en-US" dirty="0"/>
              <a:t>ANCHORING AGENTIC AI on EDGE COMPUTE</a:t>
            </a:r>
            <a:br>
              <a:rPr lang="en-US" dirty="0"/>
            </a:br>
            <a:endParaRPr lang="en-US" dirty="0"/>
          </a:p>
        </p:txBody>
      </p:sp>
      <p:sp>
        <p:nvSpPr>
          <p:cNvPr id="5" name="Text Placeholder 4">
            <a:extLst>
              <a:ext uri="{FF2B5EF4-FFF2-40B4-BE49-F238E27FC236}">
                <a16:creationId xmlns:a16="http://schemas.microsoft.com/office/drawing/2014/main" id="{45B439E4-7F4F-D558-D4BA-B20CC0A9D311}"/>
              </a:ext>
            </a:extLst>
          </p:cNvPr>
          <p:cNvSpPr>
            <a:spLocks noGrp="1"/>
          </p:cNvSpPr>
          <p:nvPr>
            <p:ph type="body" sz="quarter" idx="12"/>
          </p:nvPr>
        </p:nvSpPr>
        <p:spPr>
          <a:xfrm>
            <a:off x="812765" y="4186201"/>
            <a:ext cx="6244332" cy="1107996"/>
          </a:xfrm>
        </p:spPr>
        <p:txBody>
          <a:bodyPr/>
          <a:lstStyle/>
          <a:p>
            <a:r>
              <a:rPr lang="en-US" dirty="0"/>
              <a:t>Clinton France, </a:t>
            </a:r>
          </a:p>
          <a:p>
            <a:r>
              <a:rPr lang="en-US" dirty="0"/>
              <a:t>Director, Software System Design</a:t>
            </a:r>
          </a:p>
          <a:p>
            <a:r>
              <a:rPr lang="en-US" dirty="0"/>
              <a:t>DC </a:t>
            </a:r>
            <a:r>
              <a:rPr lang="en-US" dirty="0" err="1"/>
              <a:t>Ecosys</a:t>
            </a:r>
            <a:r>
              <a:rPr lang="en-US" dirty="0"/>
              <a:t> &amp;Appl Eng</a:t>
            </a:r>
          </a:p>
          <a:p>
            <a:endParaRPr lang="en-US" dirty="0"/>
          </a:p>
        </p:txBody>
      </p:sp>
    </p:spTree>
    <p:extLst>
      <p:ext uri="{BB962C8B-B14F-4D97-AF65-F5344CB8AC3E}">
        <p14:creationId xmlns:p14="http://schemas.microsoft.com/office/powerpoint/2010/main" val="2859063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a16="http://schemas.microsoft.com/office/drawing/2014/main" xmlns:a14="http://schemas.microsoft.com/office/drawing/2010/main" xmlns:p15="http://schemas.microsoft.com/office/powerpoint/2012/main">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2EA6F-44E2-4D47-9010-A71AAE959121}"/>
              </a:ext>
            </a:extLst>
          </p:cNvPr>
          <p:cNvSpPr>
            <a:spLocks noGrp="1"/>
          </p:cNvSpPr>
          <p:nvPr>
            <p:ph type="title"/>
          </p:nvPr>
        </p:nvSpPr>
        <p:spPr/>
        <p:txBody>
          <a:bodyPr/>
          <a:lstStyle/>
          <a:p>
            <a:r>
              <a:rPr lang="en-US" dirty="0"/>
              <a:t>Why this POC, Why Now?</a:t>
            </a:r>
          </a:p>
        </p:txBody>
      </p:sp>
      <p:sp>
        <p:nvSpPr>
          <p:cNvPr id="3" name="Text Placeholder 2">
            <a:extLst>
              <a:ext uri="{FF2B5EF4-FFF2-40B4-BE49-F238E27FC236}">
                <a16:creationId xmlns:a16="http://schemas.microsoft.com/office/drawing/2014/main" id="{95895148-E5BC-4A94-B031-1F47F9BC02E0}"/>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It's the one scenario that exercises the full cross-partner attestation chain end-to-end — handset (Samsung) → edge (AMD secure compute) → hospital server (HPE/Red Hat) — with no unattested hop in the path. That's the Attestable, Auditable claim</a:t>
            </a:r>
          </a:p>
          <a:p>
            <a:pPr marL="285750" indent="-285750">
              <a:buFont typeface="Arial" panose="020B0604020202020204" pitchFamily="34" charset="0"/>
              <a:buChar char="•"/>
            </a:pPr>
            <a:r>
              <a:rPr lang="en-US" dirty="0"/>
              <a:t>It's dramatic and legible to a non-technical audience. "An ambulance crew needs a patient's records verified and released in real time, across five companies' infrastructure, without a human in the loop deciding whether to trust each handoff"</a:t>
            </a:r>
          </a:p>
          <a:p>
            <a:pPr marL="285750" indent="-285750">
              <a:buFont typeface="Arial" panose="020B0604020202020204" pitchFamily="34" charset="0"/>
              <a:buChar char="•"/>
            </a:pPr>
            <a:endParaRPr lang="en-US" dirty="0"/>
          </a:p>
        </p:txBody>
      </p:sp>
    </p:spTree>
    <p:custDataLst>
      <p:custData r:id="rId1"/>
      <p:custData r:id="rId2"/>
    </p:custDataLst>
    <p:extLst>
      <p:ext uri="{BB962C8B-B14F-4D97-AF65-F5344CB8AC3E}">
        <p14:creationId xmlns:p14="http://schemas.microsoft.com/office/powerpoint/2010/main" val="1865272917"/>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0A8B1-85A2-C665-6509-FC84122812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B834E5-0924-A535-36D4-81AC893A793D}"/>
              </a:ext>
            </a:extLst>
          </p:cNvPr>
          <p:cNvSpPr>
            <a:spLocks noGrp="1"/>
          </p:cNvSpPr>
          <p:nvPr>
            <p:ph type="title"/>
          </p:nvPr>
        </p:nvSpPr>
        <p:spPr>
          <a:xfrm>
            <a:off x="588263" y="591790"/>
            <a:ext cx="11018520" cy="861774"/>
          </a:xfrm>
        </p:spPr>
        <p:txBody>
          <a:bodyPr/>
          <a:lstStyle/>
          <a:p>
            <a:r>
              <a:rPr lang="en-US" dirty="0"/>
              <a:t>Fundamentals of this POC: Security becomes revenue, not just Risk Reduction</a:t>
            </a:r>
          </a:p>
        </p:txBody>
      </p:sp>
      <p:sp>
        <p:nvSpPr>
          <p:cNvPr id="3" name="Text Placeholder 2">
            <a:extLst>
              <a:ext uri="{FF2B5EF4-FFF2-40B4-BE49-F238E27FC236}">
                <a16:creationId xmlns:a16="http://schemas.microsoft.com/office/drawing/2014/main" id="{858D6B76-FA76-1C13-9FCE-780E5F1C1B84}"/>
              </a:ext>
            </a:extLst>
          </p:cNvPr>
          <p:cNvSpPr>
            <a:spLocks noGrp="1"/>
          </p:cNvSpPr>
          <p:nvPr>
            <p:ph type="body" sz="quarter" idx="10"/>
          </p:nvPr>
        </p:nvSpPr>
        <p:spPr>
          <a:xfrm>
            <a:off x="508752" y="1848438"/>
            <a:ext cx="11018520" cy="4831840"/>
          </a:xfrm>
        </p:spPr>
        <p:txBody>
          <a:bodyPr/>
          <a:lstStyle/>
          <a:p>
            <a:pPr marL="285750" lvl="0" indent="-285750">
              <a:spcAft>
                <a:spcPts val="600"/>
              </a:spcAft>
              <a:buFont typeface="Arial" panose="020B0604020202020204" pitchFamily="34" charset="0"/>
              <a:buChar char="•"/>
            </a:pPr>
            <a:r>
              <a:rPr lang="en-US" b="1" dirty="0"/>
              <a:t>Hybrid Authority Agentic AI with tamper evident auditability </a:t>
            </a:r>
            <a:r>
              <a:rPr lang="en-US" i="1" dirty="0"/>
              <a:t>(Civarro, Chronovault) </a:t>
            </a:r>
            <a:r>
              <a:rPr lang="en-US" dirty="0"/>
              <a:t>– Covering consumer-to-agent, agent-to-provider, and provider-to-agent exchanges, built on patent-pending technology from Chronovault, Community Access Security Model (CASM) as embedded as the ‘chain user’, roots authority in the individual.   </a:t>
            </a:r>
          </a:p>
          <a:p>
            <a:pPr marL="285750" lvl="0" indent="-285750">
              <a:spcAft>
                <a:spcPts val="600"/>
              </a:spcAft>
              <a:buFont typeface="Arial" panose="020B0604020202020204" pitchFamily="34" charset="0"/>
              <a:buChar char="•"/>
            </a:pPr>
            <a:r>
              <a:rPr lang="en-US" b="1" dirty="0"/>
              <a:t>Agentic AI Anchor for global dynamic placement</a:t>
            </a:r>
            <a:r>
              <a:rPr lang="en-US" i="1" dirty="0"/>
              <a:t> (AMD, Civarro)</a:t>
            </a:r>
            <a:r>
              <a:rPr lang="en-US" dirty="0"/>
              <a:t>– Initiation that resolves which sovereignty governs before the agent acts: the individual’s own direction (self-sovereign), the law of where they are (governed sovereignty), or the role they’re acting in (corporate sovereignty) — then applies the Security, Policy, and Control that follow from it. </a:t>
            </a:r>
          </a:p>
          <a:p>
            <a:pPr marL="285750" lvl="0" indent="-285750">
              <a:spcAft>
                <a:spcPts val="600"/>
              </a:spcAft>
              <a:buFont typeface="Arial" panose="020B0604020202020204" pitchFamily="34" charset="0"/>
              <a:buChar char="•"/>
            </a:pPr>
            <a:r>
              <a:rPr lang="en-US" b="1" dirty="0"/>
              <a:t>Settlement and revenue attribution</a:t>
            </a:r>
            <a:r>
              <a:rPr lang="en-US" i="1" dirty="0"/>
              <a:t> (Civarro)</a:t>
            </a:r>
            <a:r>
              <a:rPr lang="en-US" dirty="0"/>
              <a:t> — Fabric records which operator's compute served which unit of work, at what volume and under what conditions, producing an attestable multi-party agreement and settlement record. </a:t>
            </a:r>
          </a:p>
          <a:p>
            <a:pPr marL="285750" lvl="0" indent="-285750">
              <a:spcAft>
                <a:spcPts val="600"/>
              </a:spcAft>
              <a:buFont typeface="Arial" panose="020B0604020202020204" pitchFamily="34" charset="0"/>
              <a:buChar char="•"/>
            </a:pPr>
            <a:r>
              <a:rPr lang="en-US" b="1" dirty="0"/>
              <a:t>Secure Compute Attestation Chain</a:t>
            </a:r>
            <a:r>
              <a:rPr lang="en-US" i="1" dirty="0"/>
              <a:t> (AMD, Red Hat, HPE, Civarro)</a:t>
            </a:r>
            <a:r>
              <a:rPr lang="en-US" dirty="0"/>
              <a:t> – Ecosystem wide transparent visibility into end to end execution pathways for validation in an Agentic AI ephemeral world</a:t>
            </a:r>
          </a:p>
          <a:p>
            <a:pPr>
              <a:spcAft>
                <a:spcPts val="600"/>
              </a:spcAft>
            </a:pPr>
            <a:endParaRPr lang="en-US" dirty="0"/>
          </a:p>
        </p:txBody>
      </p:sp>
    </p:spTree>
    <p:custDataLst>
      <p:custData r:id="rId1"/>
      <p:custData r:id="rId2"/>
    </p:custDataLst>
    <p:extLst>
      <p:ext uri="{BB962C8B-B14F-4D97-AF65-F5344CB8AC3E}">
        <p14:creationId xmlns:p14="http://schemas.microsoft.com/office/powerpoint/2010/main" val="21225721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FFE450-ED6D-A294-B8B2-FC430573F6FF}"/>
              </a:ext>
            </a:extLst>
          </p:cNvPr>
          <p:cNvSpPr>
            <a:spLocks noGrp="1"/>
          </p:cNvSpPr>
          <p:nvPr>
            <p:ph type="title"/>
          </p:nvPr>
        </p:nvSpPr>
        <p:spPr>
          <a:xfrm>
            <a:off x="588263" y="1897817"/>
            <a:ext cx="11018520" cy="3062377"/>
          </a:xfrm>
        </p:spPr>
        <p:txBody>
          <a:bodyPr/>
          <a:lstStyle/>
          <a:p>
            <a:r>
              <a:rPr lang="en-US" sz="19900" dirty="0"/>
              <a:t>Demo</a:t>
            </a:r>
          </a:p>
        </p:txBody>
      </p:sp>
    </p:spTree>
    <p:extLst>
      <p:ext uri="{BB962C8B-B14F-4D97-AF65-F5344CB8AC3E}">
        <p14:creationId xmlns:p14="http://schemas.microsoft.com/office/powerpoint/2010/main" val="36915807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59D81-29ED-CC56-7EE4-05FE7D1C7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A20741-FABD-D327-1765-A501083F0407}"/>
              </a:ext>
            </a:extLst>
          </p:cNvPr>
          <p:cNvSpPr>
            <a:spLocks noGrp="1"/>
          </p:cNvSpPr>
          <p:nvPr>
            <p:ph type="title"/>
          </p:nvPr>
        </p:nvSpPr>
        <p:spPr>
          <a:xfrm>
            <a:off x="588263" y="591790"/>
            <a:ext cx="11018520" cy="430887"/>
          </a:xfrm>
        </p:spPr>
        <p:txBody>
          <a:bodyPr/>
          <a:lstStyle/>
          <a:p>
            <a:r>
              <a:rPr lang="en-US" dirty="0"/>
              <a:t>Ask of HP</a:t>
            </a:r>
          </a:p>
        </p:txBody>
      </p:sp>
      <p:sp>
        <p:nvSpPr>
          <p:cNvPr id="3" name="Text Placeholder 2">
            <a:extLst>
              <a:ext uri="{FF2B5EF4-FFF2-40B4-BE49-F238E27FC236}">
                <a16:creationId xmlns:a16="http://schemas.microsoft.com/office/drawing/2014/main" id="{5FAF1C5B-ED48-F2A0-45B8-91838EFA152F}"/>
              </a:ext>
            </a:extLst>
          </p:cNvPr>
          <p:cNvSpPr>
            <a:spLocks noGrp="1"/>
          </p:cNvSpPr>
          <p:nvPr>
            <p:ph type="body" sz="quarter" idx="10"/>
          </p:nvPr>
        </p:nvSpPr>
        <p:spPr>
          <a:xfrm>
            <a:off x="508752" y="1848438"/>
            <a:ext cx="11018520" cy="4831840"/>
          </a:xfrm>
        </p:spPr>
        <p:txBody>
          <a:bodyPr/>
          <a:lstStyle/>
          <a:p>
            <a:pPr marL="285750" indent="-285750">
              <a:spcAft>
                <a:spcPts val="600"/>
              </a:spcAft>
              <a:buFont typeface="Arial" panose="020B0604020202020204" pitchFamily="34" charset="0"/>
              <a:buChar char="•"/>
            </a:pPr>
            <a:r>
              <a:rPr lang="en-US" sz="2800" dirty="0"/>
              <a:t>We are asking HP to commit Market Development Funds to Co-Market this POC at the Open Source Summit in Prague this October, and at MWC in Barcelona in March 2027.</a:t>
            </a:r>
          </a:p>
          <a:p>
            <a:pPr marL="285750" indent="-285750">
              <a:spcAft>
                <a:spcPts val="600"/>
              </a:spcAft>
              <a:buFont typeface="Arial" panose="020B0604020202020204" pitchFamily="34" charset="0"/>
              <a:buChar char="•"/>
            </a:pPr>
            <a:r>
              <a:rPr lang="en-US" sz="2800" dirty="0"/>
              <a:t>HPE will be providing the base of the trust chain on HP Edge hardware</a:t>
            </a:r>
          </a:p>
          <a:p>
            <a:pPr marL="285750" indent="-285750">
              <a:spcAft>
                <a:spcPts val="600"/>
              </a:spcAft>
              <a:buFont typeface="Arial" panose="020B0604020202020204" pitchFamily="34" charset="0"/>
              <a:buChar char="•"/>
            </a:pPr>
            <a:endParaRPr lang="en-US" sz="2800" dirty="0"/>
          </a:p>
        </p:txBody>
      </p:sp>
    </p:spTree>
    <p:custDataLst>
      <p:custData r:id="rId1"/>
      <p:custData r:id="rId2"/>
    </p:custDataLst>
    <p:extLst>
      <p:ext uri="{BB962C8B-B14F-4D97-AF65-F5344CB8AC3E}">
        <p14:creationId xmlns:p14="http://schemas.microsoft.com/office/powerpoint/2010/main" val="404762112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custDataLst>
    <p:extLst>
      <p:ext uri="{BB962C8B-B14F-4D97-AF65-F5344CB8AC3E}">
        <p14:creationId xmlns:p14="http://schemas.microsoft.com/office/powerpoint/2010/main" val="2897248901"/>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B0C91-01F1-8ED4-E85D-5A92F3B37928}"/>
              </a:ext>
            </a:extLst>
          </p:cNvPr>
          <p:cNvSpPr>
            <a:spLocks noGrp="1"/>
          </p:cNvSpPr>
          <p:nvPr>
            <p:ph type="title"/>
          </p:nvPr>
        </p:nvSpPr>
        <p:spPr>
          <a:xfrm>
            <a:off x="588263" y="2921171"/>
            <a:ext cx="11018520" cy="1015663"/>
          </a:xfrm>
        </p:spPr>
        <p:txBody>
          <a:bodyPr/>
          <a:lstStyle/>
          <a:p>
            <a:r>
              <a:rPr lang="en-US" sz="6600" dirty="0"/>
              <a:t>Appendix</a:t>
            </a:r>
          </a:p>
        </p:txBody>
      </p:sp>
    </p:spTree>
    <p:extLst>
      <p:ext uri="{BB962C8B-B14F-4D97-AF65-F5344CB8AC3E}">
        <p14:creationId xmlns:p14="http://schemas.microsoft.com/office/powerpoint/2010/main" val="246057802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AB647-D581-3CA0-4F4E-10CB0EF21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20D5FF-4842-7295-43D6-F72647994F02}"/>
              </a:ext>
            </a:extLst>
          </p:cNvPr>
          <p:cNvSpPr>
            <a:spLocks noGrp="1"/>
          </p:cNvSpPr>
          <p:nvPr>
            <p:ph type="title"/>
          </p:nvPr>
        </p:nvSpPr>
        <p:spPr>
          <a:xfrm>
            <a:off x="588263" y="591790"/>
            <a:ext cx="11018520" cy="430887"/>
          </a:xfrm>
        </p:spPr>
        <p:txBody>
          <a:bodyPr/>
          <a:lstStyle/>
          <a:p>
            <a:r>
              <a:rPr lang="en-US" dirty="0"/>
              <a:t>7 Layers of this POC	</a:t>
            </a:r>
          </a:p>
        </p:txBody>
      </p:sp>
      <p:sp>
        <p:nvSpPr>
          <p:cNvPr id="3" name="Text Placeholder 2">
            <a:extLst>
              <a:ext uri="{FF2B5EF4-FFF2-40B4-BE49-F238E27FC236}">
                <a16:creationId xmlns:a16="http://schemas.microsoft.com/office/drawing/2014/main" id="{7690BB02-5E01-3DC7-5661-26D29983FF69}"/>
              </a:ext>
            </a:extLst>
          </p:cNvPr>
          <p:cNvSpPr>
            <a:spLocks noGrp="1"/>
          </p:cNvSpPr>
          <p:nvPr>
            <p:ph type="body" sz="quarter" idx="10"/>
          </p:nvPr>
        </p:nvSpPr>
        <p:spPr>
          <a:xfrm>
            <a:off x="508752" y="1848438"/>
            <a:ext cx="11018520" cy="4831840"/>
          </a:xfrm>
        </p:spPr>
        <p:txBody>
          <a:bodyPr/>
          <a:lstStyle/>
          <a:p>
            <a:pPr marL="342900" indent="-342900">
              <a:spcAft>
                <a:spcPts val="600"/>
              </a:spcAft>
              <a:buAutoNum type="arabicPeriod"/>
            </a:pPr>
            <a:r>
              <a:rPr lang="en-US" sz="2400" dirty="0"/>
              <a:t>Users: End User + EMT, each device bound to identity of user</a:t>
            </a:r>
          </a:p>
          <a:p>
            <a:pPr marL="342900" indent="-342900">
              <a:spcAft>
                <a:spcPts val="600"/>
              </a:spcAft>
              <a:buAutoNum type="arabicPeriod"/>
            </a:pPr>
            <a:r>
              <a:rPr lang="en-US" sz="2400" dirty="0"/>
              <a:t>Client Application: Samsung Phone (Panic, Break Glass) + AV Glasses</a:t>
            </a:r>
          </a:p>
          <a:p>
            <a:pPr marL="342900" indent="-342900">
              <a:spcAft>
                <a:spcPts val="600"/>
              </a:spcAft>
              <a:buAutoNum type="arabicPeriod"/>
            </a:pPr>
            <a:r>
              <a:rPr lang="en-US" sz="2400" dirty="0"/>
              <a:t>Communications: 6G, Samsung 6G Fabric, hosted on operator owned HPE Edge Servers</a:t>
            </a:r>
          </a:p>
          <a:p>
            <a:pPr marL="342900" indent="-342900">
              <a:spcAft>
                <a:spcPts val="600"/>
              </a:spcAft>
              <a:buAutoNum type="arabicPeriod"/>
            </a:pPr>
            <a:r>
              <a:rPr lang="en-US" sz="2400" dirty="0"/>
              <a:t>Edge Mesh: Civarro Consensus Fabric across operator + Edge</a:t>
            </a:r>
          </a:p>
          <a:p>
            <a:pPr marL="342900" indent="-342900">
              <a:spcAft>
                <a:spcPts val="600"/>
              </a:spcAft>
              <a:buAutoNum type="arabicPeriod"/>
            </a:pPr>
            <a:r>
              <a:rPr lang="en-US" sz="2400" dirty="0"/>
              <a:t>System Software: Red Hat RHEL/KVM/OpenShift + Civarro Dispatcher and Orchestration</a:t>
            </a:r>
          </a:p>
          <a:p>
            <a:pPr marL="342900" indent="-342900">
              <a:spcAft>
                <a:spcPts val="600"/>
              </a:spcAft>
              <a:buAutoNum type="arabicPeriod"/>
            </a:pPr>
            <a:r>
              <a:rPr lang="en-US" sz="2400" dirty="0"/>
              <a:t>Trusted Silicon: AMD SEV-SNP root, Hybrid Authority, Attestation</a:t>
            </a:r>
          </a:p>
          <a:p>
            <a:pPr marL="342900" indent="-342900">
              <a:spcAft>
                <a:spcPts val="600"/>
              </a:spcAft>
              <a:buAutoNum type="arabicPeriod"/>
            </a:pPr>
            <a:r>
              <a:rPr lang="en-US" sz="2400" dirty="0"/>
              <a:t>CASM / Ledger: Chronovault Tamper-Evident records, </a:t>
            </a:r>
            <a:r>
              <a:rPr lang="en-US" sz="2400" dirty="0" err="1"/>
              <a:t>Ciarro</a:t>
            </a:r>
            <a:r>
              <a:rPr lang="en-US" sz="2400" dirty="0"/>
              <a:t> Analyzer for audit</a:t>
            </a:r>
          </a:p>
        </p:txBody>
      </p:sp>
    </p:spTree>
    <p:custDataLst>
      <p:custData r:id="rId1"/>
      <p:custData r:id="rId2"/>
    </p:custDataLst>
    <p:extLst>
      <p:ext uri="{BB962C8B-B14F-4D97-AF65-F5344CB8AC3E}">
        <p14:creationId xmlns:p14="http://schemas.microsoft.com/office/powerpoint/2010/main" val="564346152"/>
      </p:ext>
    </p:extLst>
  </p:cSld>
  <p:clrMapOvr>
    <a:masterClrMapping/>
  </p:clrMapOvr>
  <p:transition>
    <p:fade/>
  </p:transition>
</p:sld>
</file>

<file path=ppt/theme/theme1.xml><?xml version="1.0" encoding="utf-8"?>
<a:theme xmlns:a="http://schemas.openxmlformats.org/drawingml/2006/main" name="AMD Corporate Template_Dark">
  <a:themeElements>
    <a:clrScheme name="AMD Palette">
      <a:dk1>
        <a:srgbClr val="000000"/>
      </a:dk1>
      <a:lt1>
        <a:srgbClr val="FFFFFF"/>
      </a:lt1>
      <a:dk2>
        <a:srgbClr val="5E5E5E"/>
      </a:dk2>
      <a:lt2>
        <a:srgbClr val="9D9FA2"/>
      </a:lt2>
      <a:accent1>
        <a:srgbClr val="636466"/>
      </a:accent1>
      <a:accent2>
        <a:srgbClr val="9D9FA2"/>
      </a:accent2>
      <a:accent3>
        <a:srgbClr val="C1A968"/>
      </a:accent3>
      <a:accent4>
        <a:srgbClr val="F26522"/>
      </a:accent4>
      <a:accent5>
        <a:srgbClr val="ED1C24"/>
      </a:accent5>
      <a:accent6>
        <a:srgbClr val="00C2DE"/>
      </a:accent6>
      <a:hlink>
        <a:srgbClr val="D5D5D5"/>
      </a:hlink>
      <a:folHlink>
        <a:srgbClr val="A9A9A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solidFill>
            <a:schemeClr val="accent2"/>
          </a:solid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18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buClr>
            <a:schemeClr val="accent1"/>
          </a:buClr>
          <a:buSzPct val="60000"/>
          <a:defRPr sz="1800" dirty="0" smtClean="0"/>
        </a:defPPr>
      </a:lstStyle>
    </a:txDef>
  </a:objectDefaults>
  <a:extraClrSchemeLst/>
  <a:extLst>
    <a:ext uri="{05A4C25C-085E-4340-85A3-A5531E510DB2}">
      <thm15:themeFamily xmlns:thm15="http://schemas.microsoft.com/office/thememl/2012/main" name="16x9 Presentation - Corporate Black Background - 2024 update -v1.2" id="{952D021A-6A0B-49CB-832E-9DCCDC055701}" vid="{8B090628-2708-4125-B695-55346B67B5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TemplateConfiguration><![CDATA[{"slideVersion":1,"isValidatorEnabled":false,"isLocked":false,"elementsMetadata":[],"slideId":"637629098780802172","enableDocumentContentUpdater":true,"version":"2.0"}]]></TemplafySlideTemplateConfiguration>
</file>

<file path=customXml/item3.xml><?xml version="1.0" encoding="utf-8"?>
<TemplafyFormConfiguration><![CDATA[{"formFields":[{"required":false,"placeholder":"Title | Date | Security Setting","lines":1,"shareValue":false,"type":"textBox","name":"Footer","label":"Enter footer description","fullyQualifiedName":"Footer"}],"formDataEntries":[]}]]></TemplafyFormConfiguration>
</file>

<file path=customXml/item4.xml><?xml version="1.0" encoding="utf-8"?>
<TemplafySlideTemplateConfiguration><![CDATA[{"slideVersion":1,"isValidatorEnabled":false,"isLocked":false,"elementsMetadata":[],"slideId":"637629098780805369","enableDocumentContentUpdater":true,"version":"2.0"}]]></TemplafySlideTemplateConfiguration>
</file>

<file path=customXml/item5.xml><?xml version="1.0" encoding="utf-8"?>
<TemplafyTemplateConfiguration><![CDATA[{"elementsMetadata":[],"transformationConfigurations":[{"colorTheme":"{{DataSources.ColorThemes[\"Corporate\"].ColorTheme}}","disableUpdates":false,"type":"colorTheme"}],"enableDocumentContentUpdater":true,"version":"2.0"}]]></TemplafyTemplateConfiguration>
</file>

<file path=customXml/item6.xml><?xml version="1.0" encoding="utf-8"?>
<TemplafySlideFormConfiguration><![CDATA[{"formFields":[],"formDataEntries":[]}]]></TemplafySlideFormConfiguration>
</file>

<file path=customXml/item7.xml><?xml version="1.0" encoding="utf-8"?>
<TemplafySlideFormConfiguration><![CDATA[{"formFields":[],"formDataEntries":[]}]]></TemplafySlideFormConfiguration>
</file>

<file path=customXml/item8.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e4aa919a-b200-49cb-beca-4c7e0810321e" xsi:nil="true"/>
  </documentManagement>
</p:properties>
</file>

<file path=customXml/item9.xml><?xml version="1.0" encoding="utf-8"?>
<ct:contentTypeSchema xmlns:ct="http://schemas.microsoft.com/office/2006/metadata/contentType" xmlns:ma="http://schemas.microsoft.com/office/2006/metadata/properties/metaAttributes" ct:_="" ma:_="" ma:contentTypeName="Document" ma:contentTypeID="0x010100778A2EBC6E34694C80F43E94FCA993B5" ma:contentTypeVersion="14" ma:contentTypeDescription="Create a new document." ma:contentTypeScope="" ma:versionID="1a7ced39ac191f9ec8deffde533b0c1c">
  <xsd:schema xmlns:xsd="http://www.w3.org/2001/XMLSchema" xmlns:xs="http://www.w3.org/2001/XMLSchema" xmlns:p="http://schemas.microsoft.com/office/2006/metadata/properties" xmlns:ns1="http://schemas.microsoft.com/sharepoint/v3" xmlns:ns2="e4aa919a-b200-49cb-beca-4c7e0810321e" xmlns:ns3="06670dda-0291-4061-b6e0-f6c0cb392c51" targetNamespace="http://schemas.microsoft.com/office/2006/metadata/properties" ma:root="true" ma:fieldsID="bedea8c8816a4e5934c808becd103583" ns1:_="" ns2:_="" ns3:_="">
    <xsd:import namespace="http://schemas.microsoft.com/sharepoint/v3"/>
    <xsd:import namespace="e4aa919a-b200-49cb-beca-4c7e0810321e"/>
    <xsd:import namespace="06670dda-0291-4061-b6e0-f6c0cb392c5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Location" minOccurs="0"/>
                <xsd:element ref="ns2:MediaServiceOCR" minOccurs="0"/>
                <xsd:element ref="ns3:SharedWithUsers" minOccurs="0"/>
                <xsd:element ref="ns3:SharedWithDetails" minOccurs="0"/>
                <xsd:element ref="ns2:MediaServiceGenerationTime" minOccurs="0"/>
                <xsd:element ref="ns2:MediaServiceEventHashCod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aa919a-b200-49cb-beca-4c7e081032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fals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Location" ma:index="14" nillable="true" ma:displayName="Location" ma:internalName="MediaServiceLocatio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670dda-0291-4061-b6e0-f6c0cb392c51"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0.xml><?xml version="1.0" encoding="utf-8"?>
<TemplafySlideTemplateConfiguration><![CDATA[{"slideVersion":1,"isValidatorEnabled":false,"isLocked":false,"elementsMetadata":[],"slideId":"637629098780808397","enableDocumentContentUpdater":true,"version":"2.0"}]]></TemplafySlideTemplateConfiguration>
</file>

<file path=customXml/item11.xml><?xml version="1.0" encoding="utf-8"?>
<TemplafySlideFormConfiguration><![CDATA[{"formFields":[],"formDataEntries":[]}]]></TemplafySlideFormConfiguration>
</file>

<file path=customXml/item12.xml><?xml version="1.0" encoding="utf-8"?>
<TemplafySlideTemplateConfiguration><![CDATA[{"slideVersion":1,"isValidatorEnabled":false,"isLocked":false,"elementsMetadata":[],"slideId":"637629098780810453","enableDocumentContentUpdater":true,"version":"2.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TemplateConfiguration><![CDATA[{"slideVersion":1,"isValidatorEnabled":false,"isLocked":false,"elementsMetadata":[],"slideId":"637629098780810453","enableDocumentContentUpdater":true,"version":"2.0"}]]></TemplafySlideTemplateConfiguration>
</file>

<file path=customXml/item16.xml><?xml version="1.0" encoding="utf-8"?>
<TemplafySlideTemplateConfiguration><![CDATA[{"slideVersion":1,"isValidatorEnabled":false,"isLocked":false,"elementsMetadata":[],"slideId":"637629098780810453","enableDocumentContentUpdater":true,"version":"2.0"}]]></TemplafySlideTemplateConfiguration>
</file>

<file path=customXml/item17.xml><?xml version="1.0" encoding="utf-8"?>
<TemplafySlideFormConfiguration><![CDATA[{"formFields":[],"formDataEntries":[]}]]></TemplafySlideFormConfiguration>
</file>

<file path=customXml/item18.xml><?xml version="1.0" encoding="utf-8"?>
<TemplafySlideTemplateConfiguration><![CDATA[{"slideVersion":1,"isValidatorEnabled":false,"isLocked":false,"elementsMetadata":[],"slideId":"637629098780944294","enableDocumentContentUpdater":true,"version":"2.0"}]]></TemplafySlideTemplateConfiguration>
</file>

<file path=customXml/item19.xml><?xml version="1.0" encoding="utf-8"?>
<TemplafySlideFormConfiguration><![CDATA[{"formFields":[],"formDataEntries":[]}]]></TemplafySlideFormConfiguration>
</file>

<file path=customXml/item20.xml><?xml version="1.0" encoding="utf-8"?>
<TemplafySlideTemplateConfiguration><![CDATA[{"slideVersion":1,"isValidatorEnabled":false,"isLocked":false,"elementsMetadata":[],"slideId":"637629098780810453","enableDocumentContentUpdater":true,"version":"2.0"}]]></TemplafySlideTemplateConfiguration>
</file>

<file path=customXml/item21.xml><?xml version="1.0" encoding="utf-8"?>
<TemplafySlideFormConfiguration><![CDATA[{"formFields":[],"formDataEntries":[]}]]></TemplafySlideFormConfiguration>
</file>

<file path=customXml/itemProps1.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2.xml><?xml version="1.0" encoding="utf-8"?>
<ds:datastoreItem xmlns:ds="http://schemas.openxmlformats.org/officeDocument/2006/customXml" ds:itemID="{BE3BB7DD-0C86-4747-A387-5C5D191BB970}">
  <ds:schemaRefs/>
</ds:datastoreItem>
</file>

<file path=customXml/itemProps3.xml><?xml version="1.0" encoding="utf-8"?>
<ds:datastoreItem xmlns:ds="http://schemas.openxmlformats.org/officeDocument/2006/customXml" ds:itemID="{43BC5722-1D5B-4915-8247-E6D5F513E549}">
  <ds:schemaRefs/>
</ds:datastoreItem>
</file>

<file path=customXml/itemProps4.xml><?xml version="1.0" encoding="utf-8"?>
<ds:datastoreItem xmlns:ds="http://schemas.openxmlformats.org/officeDocument/2006/customXml" ds:itemID="{95AE8F77-448C-4B7C-8669-DC6D4241F9CE}">
  <ds:schemaRefs/>
</ds:datastoreItem>
</file>

<file path=customXml/itemProps5.xml><?xml version="1.0" encoding="utf-8"?>
<ds:datastoreItem xmlns:ds="http://schemas.openxmlformats.org/officeDocument/2006/customXml" ds:itemID="{6291F803-2EF0-4E47-96D6-4796950CE6BD}">
  <ds:schemaRefs/>
</ds:datastoreItem>
</file>

<file path=customXml/itemProps6.xml><?xml version="1.0" encoding="utf-8"?>
<ds:datastoreItem xmlns:ds="http://schemas.openxmlformats.org/officeDocument/2006/customXml" ds:itemID="{3D719615-E8C3-42D3-B19D-076A1FC4620D}">
  <ds:schemaRefs/>
</ds:datastoreItem>
</file>

<file path=customXml/itemProps7.xml><?xml version="1.0" encoding="utf-8"?>
<ds:datastoreItem xmlns:ds="http://schemas.openxmlformats.org/officeDocument/2006/customXml" ds:itemID="{C5DD1971-334A-45E9-9D2B-FB6BD8AAE58A}">
  <ds:schemaRefs/>
</ds:datastoreItem>
</file>

<file path=customXml/itemProps8.xml><?xml version="1.0" encoding="utf-8"?>
<ds:datastoreItem xmlns:ds="http://schemas.openxmlformats.org/officeDocument/2006/customXml" ds:itemID="{F990F116-B58F-4255-B05B-DA3808E0E5C6}">
  <ds:schemaRefs>
    <ds:schemaRef ds:uri="http://schemas.microsoft.com/office/infopath/2007/PartnerControls"/>
    <ds:schemaRef ds:uri="http://schemas.openxmlformats.org/package/2006/metadata/core-properties"/>
    <ds:schemaRef ds:uri="http://www.w3.org/XML/1998/namespace"/>
    <ds:schemaRef ds:uri="06670dda-0291-4061-b6e0-f6c0cb392c51"/>
    <ds:schemaRef ds:uri="http://schemas.microsoft.com/office/2006/metadata/properties"/>
    <ds:schemaRef ds:uri="http://schemas.microsoft.com/office/2006/documentManagement/types"/>
    <ds:schemaRef ds:uri="http://purl.org/dc/terms/"/>
    <ds:schemaRef ds:uri="http://purl.org/dc/elements/1.1/"/>
    <ds:schemaRef ds:uri="e4aa919a-b200-49cb-beca-4c7e0810321e"/>
    <ds:schemaRef ds:uri="http://schemas.microsoft.com/sharepoint/v3"/>
    <ds:schemaRef ds:uri="http://purl.org/dc/dcmitype/"/>
  </ds:schemaRefs>
</ds:datastoreItem>
</file>

<file path=customXml/itemProps9.xml><?xml version="1.0" encoding="utf-8"?>
<ds:datastoreItem xmlns:ds="http://schemas.openxmlformats.org/officeDocument/2006/customXml" ds:itemID="{0BB3C309-8520-4616-80FC-2CB10D5B83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e4aa919a-b200-49cb-beca-4c7e0810321e"/>
    <ds:schemaRef ds:uri="06670dda-0291-4061-b6e0-f6c0cb392c5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0.xml><?xml version="1.0" encoding="utf-8"?>
<ds:datastoreItem xmlns:ds="http://schemas.openxmlformats.org/officeDocument/2006/customXml" ds:itemID="{1BCEDA00-0BCE-4F19-A380-8AED6A66E762}">
  <ds:schemaRefs/>
</ds:datastoreItem>
</file>

<file path=customXml/itemProps11.xml><?xml version="1.0" encoding="utf-8"?>
<ds:datastoreItem xmlns:ds="http://schemas.openxmlformats.org/officeDocument/2006/customXml" ds:itemID="{0A230136-8CEC-4C29-A55A-F5FA83CA887A}">
  <ds:schemaRefs/>
</ds:datastoreItem>
</file>

<file path=customXml/itemProps12.xml><?xml version="1.0" encoding="utf-8"?>
<ds:datastoreItem xmlns:ds="http://schemas.openxmlformats.org/officeDocument/2006/customXml" ds:itemID="{915452D2-9D6B-41D9-99FD-4D1CF211FA39}">
  <ds:schemaRefs/>
</ds:datastoreItem>
</file>

<file path=customXml/itemProps13.xml><?xml version="1.0" encoding="utf-8"?>
<ds:datastoreItem xmlns:ds="http://schemas.openxmlformats.org/officeDocument/2006/customXml" ds:itemID="{162E1B2B-387B-423C-8FB0-129D0EE7DD83}">
  <ds:schemaRefs/>
</ds:datastoreItem>
</file>

<file path=customXml/itemProps14.xml><?xml version="1.0" encoding="utf-8"?>
<ds:datastoreItem xmlns:ds="http://schemas.openxmlformats.org/officeDocument/2006/customXml" ds:itemID="{0FF278F9-BC96-4080-8422-5F03751F4D17}">
  <ds:schemaRefs/>
</ds:datastoreItem>
</file>

<file path=customXml/itemProps15.xml><?xml version="1.0" encoding="utf-8"?>
<ds:datastoreItem xmlns:ds="http://schemas.openxmlformats.org/officeDocument/2006/customXml" ds:itemID="{E986D41E-FE29-46A5-895D-68129578A9C3}">
  <ds:schemaRefs/>
</ds:datastoreItem>
</file>

<file path=customXml/itemProps16.xml><?xml version="1.0" encoding="utf-8"?>
<ds:datastoreItem xmlns:ds="http://schemas.openxmlformats.org/officeDocument/2006/customXml" ds:itemID="{2E371124-2852-4C44-86FE-6253BDA3B47B}">
  <ds:schemaRefs/>
</ds:datastoreItem>
</file>

<file path=customXml/itemProps17.xml><?xml version="1.0" encoding="utf-8"?>
<ds:datastoreItem xmlns:ds="http://schemas.openxmlformats.org/officeDocument/2006/customXml" ds:itemID="{FB413B07-27EA-4138-9769-14EE56EF4746}">
  <ds:schemaRefs/>
</ds:datastoreItem>
</file>

<file path=customXml/itemProps18.xml><?xml version="1.0" encoding="utf-8"?>
<ds:datastoreItem xmlns:ds="http://schemas.openxmlformats.org/officeDocument/2006/customXml" ds:itemID="{1AB4A281-5EBA-4CA1-A536-6B29C98890B6}">
  <ds:schemaRefs/>
</ds:datastoreItem>
</file>

<file path=customXml/itemProps19.xml><?xml version="1.0" encoding="utf-8"?>
<ds:datastoreItem xmlns:ds="http://schemas.openxmlformats.org/officeDocument/2006/customXml" ds:itemID="{DDCC6A1B-7673-40E9-AC3E-C0D8F2784A83}">
  <ds:schemaRefs/>
</ds:datastoreItem>
</file>

<file path=customXml/itemProps20.xml><?xml version="1.0" encoding="utf-8"?>
<ds:datastoreItem xmlns:ds="http://schemas.openxmlformats.org/officeDocument/2006/customXml" ds:itemID="{DA57E3FF-7DDE-4939-8B71-7BA917F9485F}">
  <ds:schemaRefs/>
</ds:datastoreItem>
</file>

<file path=customXml/itemProps21.xml><?xml version="1.0" encoding="utf-8"?>
<ds:datastoreItem xmlns:ds="http://schemas.openxmlformats.org/officeDocument/2006/customXml" ds:itemID="{0B0C7E2C-C405-4F77-9345-66B6FE0D5B1D}">
  <ds:schemaRefs/>
</ds:datastoreItem>
</file>

<file path=docMetadata/LabelInfo.xml><?xml version="1.0" encoding="utf-8"?>
<clbl:labelList xmlns:clbl="http://schemas.microsoft.com/office/2020/mipLabelMetadata">
  <clbl:label id="{198e8dea-a4f3-4850-b16a-fd6d2b1302b4}" enabled="1" method="Privileged" siteId="{3dd8961f-e488-4e60-8e11-a82d994e183d}" removed="0"/>
</clbl:labelList>
</file>

<file path=docProps/app.xml><?xml version="1.0" encoding="utf-8"?>
<Properties xmlns="http://schemas.openxmlformats.org/officeDocument/2006/extended-properties" xmlns:vt="http://schemas.openxmlformats.org/officeDocument/2006/docPropsVTypes">
  <Template>blank</Template>
  <TotalTime>85</TotalTime>
  <Words>525</Words>
  <Application>Microsoft Office PowerPoint</Application>
  <PresentationFormat>Widescreen</PresentationFormat>
  <Paragraphs>28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Consolas</vt:lpstr>
      <vt:lpstr>Segoe UI</vt:lpstr>
      <vt:lpstr>AMD Corporate Template_Dark</vt:lpstr>
      <vt:lpstr>“The harsh reality of tokenomics isn’t just something that the unwary end user organization is having to get their fiscal  heads around, it’s also an issue that AI vendors are having to deal with as well.”</vt:lpstr>
      <vt:lpstr>ANCHORING AGENTIC AI on EDGE COMPUTE </vt:lpstr>
      <vt:lpstr>Why this POC, Why Now?</vt:lpstr>
      <vt:lpstr>Fundamentals of this POC: Security becomes revenue, not just Risk Reduction</vt:lpstr>
      <vt:lpstr>Demo</vt:lpstr>
      <vt:lpstr>Ask of HP</vt:lpstr>
      <vt:lpstr>PowerPoint Presentation</vt:lpstr>
      <vt:lpstr>Appendix</vt:lpstr>
      <vt:lpstr>7 Layers of this POC </vt:lpstr>
    </vt:vector>
  </TitlesOfParts>
  <Manager>&lt;Comms manager name here&gt;</Manager>
  <Company>AMD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AMD Corporate Powerpoint Template</dc:subject>
  <dc:creator>Ashton, Anthony</dc:creator>
  <cp:keywords>AMD Corporate Powerpoint Template</cp:keywords>
  <dc:description/>
  <cp:lastModifiedBy>Ashton, Anthony</cp:lastModifiedBy>
  <cp:revision>1</cp:revision>
  <cp:lastPrinted>2020-04-30T18:59:47Z</cp:lastPrinted>
  <dcterms:created xsi:type="dcterms:W3CDTF">2026-09-07T16:59:43Z</dcterms:created>
  <dcterms:modified xsi:type="dcterms:W3CDTF">2026-09-07T18:41:11Z</dcterms:modified>
  <cp:category>AMD Corporate Powerpoint Template</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ublisher">
    <vt:lpwstr>AMD Creative Studio</vt:lpwstr>
  </property>
  <property fmtid="{D5CDD505-2E9C-101B-9397-08002B2CF9AE}" pid="3" name="Date completed">
    <vt:lpwstr>April 30, 2020</vt:lpwstr>
  </property>
  <property fmtid="{D5CDD505-2E9C-101B-9397-08002B2CF9AE}" pid="4" name="MS_Version">
    <vt:lpwstr>1.0.0</vt:lpwstr>
  </property>
  <property fmtid="{D5CDD505-2E9C-101B-9397-08002B2CF9AE}" pid="5" name="TemplafyTimeStamp">
    <vt:lpwstr>2021-07-26T15:24:38</vt:lpwstr>
  </property>
  <property fmtid="{D5CDD505-2E9C-101B-9397-08002B2CF9AE}" pid="6" name="MSIP_Label_64e4cbe8-b4f6-45dc-bcba-6123dfd2d8bf_Enabled">
    <vt:lpwstr>true</vt:lpwstr>
  </property>
  <property fmtid="{D5CDD505-2E9C-101B-9397-08002B2CF9AE}" pid="7" name="MSIP_Label_64e4cbe8-b4f6-45dc-bcba-6123dfd2d8bf_SetDate">
    <vt:lpwstr>2024-02-15T15:59:13Z</vt:lpwstr>
  </property>
  <property fmtid="{D5CDD505-2E9C-101B-9397-08002B2CF9AE}" pid="8" name="MSIP_Label_64e4cbe8-b4f6-45dc-bcba-6123dfd2d8bf_Method">
    <vt:lpwstr>Privileged</vt:lpwstr>
  </property>
  <property fmtid="{D5CDD505-2E9C-101B-9397-08002B2CF9AE}" pid="9" name="MSIP_Label_64e4cbe8-b4f6-45dc-bcba-6123dfd2d8bf_Name">
    <vt:lpwstr>Non-Business-AIP 2.0</vt:lpwstr>
  </property>
  <property fmtid="{D5CDD505-2E9C-101B-9397-08002B2CF9AE}" pid="10" name="MSIP_Label_64e4cbe8-b4f6-45dc-bcba-6123dfd2d8bf_SiteId">
    <vt:lpwstr>3dd8961f-e488-4e60-8e11-a82d994e183d</vt:lpwstr>
  </property>
  <property fmtid="{D5CDD505-2E9C-101B-9397-08002B2CF9AE}" pid="11" name="MSIP_Label_64e4cbe8-b4f6-45dc-bcba-6123dfd2d8bf_ActionId">
    <vt:lpwstr>c382c031-d868-43ef-a7b1-f4e852747774</vt:lpwstr>
  </property>
  <property fmtid="{D5CDD505-2E9C-101B-9397-08002B2CF9AE}" pid="12" name="MSIP_Label_64e4cbe8-b4f6-45dc-bcba-6123dfd2d8bf_ContentBits">
    <vt:lpwstr>0</vt:lpwstr>
  </property>
  <property fmtid="{D5CDD505-2E9C-101B-9397-08002B2CF9AE}" pid="13" name="ClassificationContentMarkingHeaderLocations">
    <vt:lpwstr>AMD Corporate Template_Dark:6</vt:lpwstr>
  </property>
  <property fmtid="{D5CDD505-2E9C-101B-9397-08002B2CF9AE}" pid="14" name="ClassificationContentMarkingHeaderText">
    <vt:lpwstr>AMD General</vt:lpwstr>
  </property>
</Properties>
</file>